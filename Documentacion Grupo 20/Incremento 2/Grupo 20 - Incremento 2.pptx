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8" r:id="rId17"/>
    <p:sldId id="279" r:id="rId18"/>
    <p:sldId id="270" r:id="rId19"/>
    <p:sldId id="271" r:id="rId20"/>
    <p:sldId id="272" r:id="rId21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8" roundtripDataSignature="AMtx7mhmjyo9NTnBVXNix6CK0lPO2zSV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LAS ORTIZ FELIPE P" userId="S::f.salasortiz@uandresbello.edu::50b57c22-9f6d-44aa-ae83-adb288526a08" providerId="AD" clId="Web-{E4A3CF60-1B3A-DD6F-5231-44EF41C53080}"/>
    <pc:docChg chg="modSld">
      <pc:chgData name="SALAS ORTIZ FELIPE P" userId="S::f.salasortiz@uandresbello.edu::50b57c22-9f6d-44aa-ae83-adb288526a08" providerId="AD" clId="Web-{E4A3CF60-1B3A-DD6F-5231-44EF41C53080}" dt="2026-09-15T21:55:55.102" v="3" actId="1076"/>
      <pc:docMkLst>
        <pc:docMk/>
      </pc:docMkLst>
      <pc:sldChg chg="modSp">
        <pc:chgData name="SALAS ORTIZ FELIPE P" userId="S::f.salasortiz@uandresbello.edu::50b57c22-9f6d-44aa-ae83-adb288526a08" providerId="AD" clId="Web-{E4A3CF60-1B3A-DD6F-5231-44EF41C53080}" dt="2026-09-15T21:44:59.687" v="1"/>
        <pc:sldMkLst>
          <pc:docMk/>
          <pc:sldMk cId="0" sldId="258"/>
        </pc:sldMkLst>
        <pc:graphicFrameChg chg="modGraphic">
          <ac:chgData name="SALAS ORTIZ FELIPE P" userId="S::f.salasortiz@uandresbello.edu::50b57c22-9f6d-44aa-ae83-adb288526a08" providerId="AD" clId="Web-{E4A3CF60-1B3A-DD6F-5231-44EF41C53080}" dt="2026-09-15T21:44:59.687" v="1"/>
          <ac:graphicFrameMkLst>
            <pc:docMk/>
            <pc:sldMk cId="0" sldId="258"/>
            <ac:graphicFrameMk id="2" creationId="{42F91809-7EE6-234D-FD35-BEF838E4BE61}"/>
          </ac:graphicFrameMkLst>
        </pc:graphicFrameChg>
      </pc:sldChg>
      <pc:sldChg chg="modSp">
        <pc:chgData name="SALAS ORTIZ FELIPE P" userId="S::f.salasortiz@uandresbello.edu::50b57c22-9f6d-44aa-ae83-adb288526a08" providerId="AD" clId="Web-{E4A3CF60-1B3A-DD6F-5231-44EF41C53080}" dt="2026-09-15T21:55:55.102" v="3" actId="1076"/>
        <pc:sldMkLst>
          <pc:docMk/>
          <pc:sldMk cId="0" sldId="259"/>
        </pc:sldMkLst>
        <pc:spChg chg="mod">
          <ac:chgData name="SALAS ORTIZ FELIPE P" userId="S::f.salasortiz@uandresbello.edu::50b57c22-9f6d-44aa-ae83-adb288526a08" providerId="AD" clId="Web-{E4A3CF60-1B3A-DD6F-5231-44EF41C53080}" dt="2026-09-15T21:55:55.102" v="3" actId="1076"/>
          <ac:spMkLst>
            <pc:docMk/>
            <pc:sldMk cId="0" sldId="259"/>
            <ac:spMk id="139" creationId="{00000000-0000-0000-0000-000000000000}"/>
          </ac:spMkLst>
        </pc:spChg>
      </pc:sldChg>
    </pc:docChg>
  </pc:docChgLst>
  <pc:docChgLst>
    <pc:chgData name="SALAS ORTIZ FELIPE P" userId="S::f.salasortiz@uandresbello.edu::50b57c22-9f6d-44aa-ae83-adb288526a08" providerId="AD" clId="Web-{11045AF9-8250-44D3-1EA3-9696492D9CDC}"/>
    <pc:docChg chg="modSld">
      <pc:chgData name="SALAS ORTIZ FELIPE P" userId="S::f.salasortiz@uandresbello.edu::50b57c22-9f6d-44aa-ae83-adb288526a08" providerId="AD" clId="Web-{11045AF9-8250-44D3-1EA3-9696492D9CDC}" dt="2026-09-10T19:22:09.638" v="27" actId="20577"/>
      <pc:docMkLst>
        <pc:docMk/>
      </pc:docMkLst>
      <pc:sldChg chg="modSp">
        <pc:chgData name="SALAS ORTIZ FELIPE P" userId="S::f.salasortiz@uandresbello.edu::50b57c22-9f6d-44aa-ae83-adb288526a08" providerId="AD" clId="Web-{11045AF9-8250-44D3-1EA3-9696492D9CDC}" dt="2026-09-10T19:22:09.638" v="27" actId="20577"/>
        <pc:sldMkLst>
          <pc:docMk/>
          <pc:sldMk cId="0" sldId="256"/>
        </pc:sldMkLst>
        <pc:spChg chg="mod">
          <ac:chgData name="SALAS ORTIZ FELIPE P" userId="S::f.salasortiz@uandresbello.edu::50b57c22-9f6d-44aa-ae83-adb288526a08" providerId="AD" clId="Web-{11045AF9-8250-44D3-1EA3-9696492D9CDC}" dt="2026-09-10T19:22:09.638" v="27" actId="20577"/>
          <ac:spMkLst>
            <pc:docMk/>
            <pc:sldMk cId="0" sldId="256"/>
            <ac:spMk id="31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11045AF9-8250-44D3-1EA3-9696492D9CDC}" dt="2026-09-10T19:18:56.193" v="22" actId="20577"/>
        <pc:sldMkLst>
          <pc:docMk/>
          <pc:sldMk cId="0" sldId="260"/>
        </pc:sldMkLst>
        <pc:spChg chg="mod">
          <ac:chgData name="SALAS ORTIZ FELIPE P" userId="S::f.salasortiz@uandresbello.edu::50b57c22-9f6d-44aa-ae83-adb288526a08" providerId="AD" clId="Web-{11045AF9-8250-44D3-1EA3-9696492D9CDC}" dt="2026-09-10T19:17:59.348" v="2" actId="20577"/>
          <ac:spMkLst>
            <pc:docMk/>
            <pc:sldMk cId="0" sldId="260"/>
            <ac:spMk id="7" creationId="{A44B11BE-33E1-1434-2536-0A3517B947A6}"/>
          </ac:spMkLst>
        </pc:spChg>
        <pc:spChg chg="mod">
          <ac:chgData name="SALAS ORTIZ FELIPE P" userId="S::f.salasortiz@uandresbello.edu::50b57c22-9f6d-44aa-ae83-adb288526a08" providerId="AD" clId="Web-{11045AF9-8250-44D3-1EA3-9696492D9CDC}" dt="2026-09-10T19:18:30.974" v="11" actId="20577"/>
          <ac:spMkLst>
            <pc:docMk/>
            <pc:sldMk cId="0" sldId="260"/>
            <ac:spMk id="170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11045AF9-8250-44D3-1EA3-9696492D9CDC}" dt="2026-09-10T19:18:56.193" v="22" actId="20577"/>
          <ac:spMkLst>
            <pc:docMk/>
            <pc:sldMk cId="0" sldId="260"/>
            <ac:spMk id="173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11045AF9-8250-44D3-1EA3-9696492D9CDC}" dt="2026-09-10T19:18:24.020" v="9" actId="20577"/>
          <ac:spMkLst>
            <pc:docMk/>
            <pc:sldMk cId="0" sldId="260"/>
            <ac:spMk id="176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11045AF9-8250-44D3-1EA3-9696492D9CDC}" dt="2026-09-10T19:18:04.098" v="5" actId="20577"/>
          <ac:spMkLst>
            <pc:docMk/>
            <pc:sldMk cId="0" sldId="260"/>
            <ac:spMk id="183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11045AF9-8250-44D3-1EA3-9696492D9CDC}" dt="2026-09-10T19:20:33.884" v="25" actId="20577"/>
        <pc:sldMkLst>
          <pc:docMk/>
          <pc:sldMk cId="0" sldId="264"/>
        </pc:sldMkLst>
        <pc:spChg chg="mod">
          <ac:chgData name="SALAS ORTIZ FELIPE P" userId="S::f.salasortiz@uandresbello.edu::50b57c22-9f6d-44aa-ae83-adb288526a08" providerId="AD" clId="Web-{11045AF9-8250-44D3-1EA3-9696492D9CDC}" dt="2026-09-10T19:20:33.884" v="25" actId="20577"/>
          <ac:spMkLst>
            <pc:docMk/>
            <pc:sldMk cId="0" sldId="264"/>
            <ac:spMk id="325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11045AF9-8250-44D3-1EA3-9696492D9CDC}" dt="2026-09-10T19:20:45.886" v="26" actId="20577"/>
        <pc:sldMkLst>
          <pc:docMk/>
          <pc:sldMk cId="0" sldId="271"/>
        </pc:sldMkLst>
        <pc:spChg chg="mod">
          <ac:chgData name="SALAS ORTIZ FELIPE P" userId="S::f.salasortiz@uandresbello.edu::50b57c22-9f6d-44aa-ae83-adb288526a08" providerId="AD" clId="Web-{11045AF9-8250-44D3-1EA3-9696492D9CDC}" dt="2026-09-10T19:20:45.886" v="26" actId="20577"/>
          <ac:spMkLst>
            <pc:docMk/>
            <pc:sldMk cId="0" sldId="271"/>
            <ac:spMk id="691" creationId="{00000000-0000-0000-0000-000000000000}"/>
          </ac:spMkLst>
        </pc:spChg>
      </pc:sldChg>
    </pc:docChg>
  </pc:docChgLst>
  <pc:docChgLst>
    <pc:chgData name="OSORIO RIQUELME CRISTOBAL A" userId="S::c.osorioriquelme@uandresbello.edu::8825b92d-bffb-4c70-9f71-df0b4be0989f" providerId="AD" clId="Web-{7BA949CB-EEE9-03CE-0D13-C832A6A8A148}"/>
    <pc:docChg chg="modSld">
      <pc:chgData name="OSORIO RIQUELME CRISTOBAL A" userId="S::c.osorioriquelme@uandresbello.edu::8825b92d-bffb-4c70-9f71-df0b4be0989f" providerId="AD" clId="Web-{7BA949CB-EEE9-03CE-0D13-C832A6A8A148}" dt="2026-09-14T00:53:05.443" v="49" actId="20577"/>
      <pc:docMkLst>
        <pc:docMk/>
      </pc:docMkLst>
      <pc:sldChg chg="modSp">
        <pc:chgData name="OSORIO RIQUELME CRISTOBAL A" userId="S::c.osorioriquelme@uandresbello.edu::8825b92d-bffb-4c70-9f71-df0b4be0989f" providerId="AD" clId="Web-{7BA949CB-EEE9-03CE-0D13-C832A6A8A148}" dt="2026-09-14T00:21:51.703" v="6" actId="20577"/>
        <pc:sldMkLst>
          <pc:docMk/>
          <pc:sldMk cId="0" sldId="260"/>
        </pc:sldMkLst>
        <pc:spChg chg="mod">
          <ac:chgData name="OSORIO RIQUELME CRISTOBAL A" userId="S::c.osorioriquelme@uandresbello.edu::8825b92d-bffb-4c70-9f71-df0b4be0989f" providerId="AD" clId="Web-{7BA949CB-EEE9-03CE-0D13-C832A6A8A148}" dt="2026-09-14T00:21:51.703" v="6" actId="20577"/>
          <ac:spMkLst>
            <pc:docMk/>
            <pc:sldMk cId="0" sldId="260"/>
            <ac:spMk id="184" creationId="{00000000-0000-0000-0000-000000000000}"/>
          </ac:spMkLst>
        </pc:spChg>
      </pc:sldChg>
      <pc:sldChg chg="modSp">
        <pc:chgData name="OSORIO RIQUELME CRISTOBAL A" userId="S::c.osorioriquelme@uandresbello.edu::8825b92d-bffb-4c70-9f71-df0b4be0989f" providerId="AD" clId="Web-{7BA949CB-EEE9-03CE-0D13-C832A6A8A148}" dt="2026-09-14T00:52:12.894" v="30" actId="20577"/>
        <pc:sldMkLst>
          <pc:docMk/>
          <pc:sldMk cId="2835710238" sldId="273"/>
        </pc:sldMkLst>
        <pc:spChg chg="mod">
          <ac:chgData name="OSORIO RIQUELME CRISTOBAL A" userId="S::c.osorioriquelme@uandresbello.edu::8825b92d-bffb-4c70-9f71-df0b4be0989f" providerId="AD" clId="Web-{7BA949CB-EEE9-03CE-0D13-C832A6A8A148}" dt="2026-09-14T00:51:44.393" v="16"/>
          <ac:spMkLst>
            <pc:docMk/>
            <pc:sldMk cId="2835710238" sldId="273"/>
            <ac:spMk id="11" creationId="{00000000-0000-0000-0000-000000000000}"/>
          </ac:spMkLst>
        </pc:spChg>
        <pc:spChg chg="mod">
          <ac:chgData name="OSORIO RIQUELME CRISTOBAL A" userId="S::c.osorioriquelme@uandresbello.edu::8825b92d-bffb-4c70-9f71-df0b4be0989f" providerId="AD" clId="Web-{7BA949CB-EEE9-03CE-0D13-C832A6A8A148}" dt="2026-09-14T00:51:57.284" v="22"/>
          <ac:spMkLst>
            <pc:docMk/>
            <pc:sldMk cId="2835710238" sldId="273"/>
            <ac:spMk id="14" creationId="{00000000-0000-0000-0000-000000000000}"/>
          </ac:spMkLst>
        </pc:spChg>
        <pc:spChg chg="mod">
          <ac:chgData name="OSORIO RIQUELME CRISTOBAL A" userId="S::c.osorioriquelme@uandresbello.edu::8825b92d-bffb-4c70-9f71-df0b4be0989f" providerId="AD" clId="Web-{7BA949CB-EEE9-03CE-0D13-C832A6A8A148}" dt="2026-09-14T00:52:03.597" v="25"/>
          <ac:spMkLst>
            <pc:docMk/>
            <pc:sldMk cId="2835710238" sldId="273"/>
            <ac:spMk id="17" creationId="{00000000-0000-0000-0000-000000000000}"/>
          </ac:spMkLst>
        </pc:spChg>
        <pc:spChg chg="mod">
          <ac:chgData name="OSORIO RIQUELME CRISTOBAL A" userId="S::c.osorioriquelme@uandresbello.edu::8825b92d-bffb-4c70-9f71-df0b4be0989f" providerId="AD" clId="Web-{7BA949CB-EEE9-03CE-0D13-C832A6A8A148}" dt="2026-09-14T00:52:12.894" v="30" actId="20577"/>
          <ac:spMkLst>
            <pc:docMk/>
            <pc:sldMk cId="2835710238" sldId="273"/>
            <ac:spMk id="20" creationId="{00000000-0000-0000-0000-000000000000}"/>
          </ac:spMkLst>
        </pc:spChg>
      </pc:sldChg>
      <pc:sldChg chg="modSp">
        <pc:chgData name="OSORIO RIQUELME CRISTOBAL A" userId="S::c.osorioriquelme@uandresbello.edu::8825b92d-bffb-4c70-9f71-df0b4be0989f" providerId="AD" clId="Web-{7BA949CB-EEE9-03CE-0D13-C832A6A8A148}" dt="2026-09-14T00:52:45.692" v="42"/>
        <pc:sldMkLst>
          <pc:docMk/>
          <pc:sldMk cId="657971489" sldId="278"/>
        </pc:sldMkLst>
        <pc:spChg chg="mod">
          <ac:chgData name="OSORIO RIQUELME CRISTOBAL A" userId="S::c.osorioriquelme@uandresbello.edu::8825b92d-bffb-4c70-9f71-df0b4be0989f" providerId="AD" clId="Web-{7BA949CB-EEE9-03CE-0D13-C832A6A8A148}" dt="2026-09-14T00:52:23.160" v="31"/>
          <ac:spMkLst>
            <pc:docMk/>
            <pc:sldMk cId="657971489" sldId="278"/>
            <ac:spMk id="11" creationId="{00000000-0000-0000-0000-000000000000}"/>
          </ac:spMkLst>
        </pc:spChg>
        <pc:spChg chg="mod">
          <ac:chgData name="OSORIO RIQUELME CRISTOBAL A" userId="S::c.osorioriquelme@uandresbello.edu::8825b92d-bffb-4c70-9f71-df0b4be0989f" providerId="AD" clId="Web-{7BA949CB-EEE9-03CE-0D13-C832A6A8A148}" dt="2026-09-14T00:52:45.692" v="42"/>
          <ac:spMkLst>
            <pc:docMk/>
            <pc:sldMk cId="657971489" sldId="278"/>
            <ac:spMk id="14" creationId="{00000000-0000-0000-0000-000000000000}"/>
          </ac:spMkLst>
        </pc:spChg>
        <pc:spChg chg="mod">
          <ac:chgData name="OSORIO RIQUELME CRISTOBAL A" userId="S::c.osorioriquelme@uandresbello.edu::8825b92d-bffb-4c70-9f71-df0b4be0989f" providerId="AD" clId="Web-{7BA949CB-EEE9-03CE-0D13-C832A6A8A148}" dt="2026-09-14T00:52:23.160" v="32"/>
          <ac:spMkLst>
            <pc:docMk/>
            <pc:sldMk cId="657971489" sldId="278"/>
            <ac:spMk id="17" creationId="{00000000-0000-0000-0000-000000000000}"/>
          </ac:spMkLst>
        </pc:spChg>
        <pc:spChg chg="mod">
          <ac:chgData name="OSORIO RIQUELME CRISTOBAL A" userId="S::c.osorioriquelme@uandresbello.edu::8825b92d-bffb-4c70-9f71-df0b4be0989f" providerId="AD" clId="Web-{7BA949CB-EEE9-03CE-0D13-C832A6A8A148}" dt="2026-09-14T00:52:36.348" v="36"/>
          <ac:spMkLst>
            <pc:docMk/>
            <pc:sldMk cId="657971489" sldId="278"/>
            <ac:spMk id="20" creationId="{00000000-0000-0000-0000-000000000000}"/>
          </ac:spMkLst>
        </pc:spChg>
      </pc:sldChg>
      <pc:sldChg chg="modSp">
        <pc:chgData name="OSORIO RIQUELME CRISTOBAL A" userId="S::c.osorioriquelme@uandresbello.edu::8825b92d-bffb-4c70-9f71-df0b4be0989f" providerId="AD" clId="Web-{7BA949CB-EEE9-03CE-0D13-C832A6A8A148}" dt="2026-09-14T00:53:05.443" v="49" actId="20577"/>
        <pc:sldMkLst>
          <pc:docMk/>
          <pc:sldMk cId="2516732663" sldId="279"/>
        </pc:sldMkLst>
        <pc:spChg chg="mod">
          <ac:chgData name="OSORIO RIQUELME CRISTOBAL A" userId="S::c.osorioriquelme@uandresbello.edu::8825b92d-bffb-4c70-9f71-df0b4be0989f" providerId="AD" clId="Web-{7BA949CB-EEE9-03CE-0D13-C832A6A8A148}" dt="2026-09-14T00:52:51.271" v="43"/>
          <ac:spMkLst>
            <pc:docMk/>
            <pc:sldMk cId="2516732663" sldId="279"/>
            <ac:spMk id="11" creationId="{00000000-0000-0000-0000-000000000000}"/>
          </ac:spMkLst>
        </pc:spChg>
        <pc:spChg chg="mod">
          <ac:chgData name="OSORIO RIQUELME CRISTOBAL A" userId="S::c.osorioriquelme@uandresbello.edu::8825b92d-bffb-4c70-9f71-df0b4be0989f" providerId="AD" clId="Web-{7BA949CB-EEE9-03CE-0D13-C832A6A8A148}" dt="2026-09-14T00:52:56.552" v="44"/>
          <ac:spMkLst>
            <pc:docMk/>
            <pc:sldMk cId="2516732663" sldId="279"/>
            <ac:spMk id="17" creationId="{00000000-0000-0000-0000-000000000000}"/>
          </ac:spMkLst>
        </pc:spChg>
        <pc:spChg chg="mod">
          <ac:chgData name="OSORIO RIQUELME CRISTOBAL A" userId="S::c.osorioriquelme@uandresbello.edu::8825b92d-bffb-4c70-9f71-df0b4be0989f" providerId="AD" clId="Web-{7BA949CB-EEE9-03CE-0D13-C832A6A8A148}" dt="2026-09-14T00:53:05.443" v="49" actId="20577"/>
          <ac:spMkLst>
            <pc:docMk/>
            <pc:sldMk cId="2516732663" sldId="279"/>
            <ac:spMk id="20" creationId="{00000000-0000-0000-0000-000000000000}"/>
          </ac:spMkLst>
        </pc:spChg>
      </pc:sldChg>
    </pc:docChg>
  </pc:docChgLst>
  <pc:docChgLst>
    <pc:chgData name="SALAS ORTIZ FELIPE P" userId="S::f.salasortiz@uandresbello.edu::50b57c22-9f6d-44aa-ae83-adb288526a08" providerId="AD" clId="Web-{9C9F0194-CFAE-8BC3-62DC-227FEFB7E9C3}"/>
    <pc:docChg chg="addSld delSld modSld">
      <pc:chgData name="SALAS ORTIZ FELIPE P" userId="S::f.salasortiz@uandresbello.edu::50b57c22-9f6d-44aa-ae83-adb288526a08" providerId="AD" clId="Web-{9C9F0194-CFAE-8BC3-62DC-227FEFB7E9C3}" dt="2026-09-14T01:26:42.565" v="154" actId="20577"/>
      <pc:docMkLst>
        <pc:docMk/>
      </pc:docMkLst>
      <pc:sldChg chg="modSp">
        <pc:chgData name="SALAS ORTIZ FELIPE P" userId="S::f.salasortiz@uandresbello.edu::50b57c22-9f6d-44aa-ae83-adb288526a08" providerId="AD" clId="Web-{9C9F0194-CFAE-8BC3-62DC-227FEFB7E9C3}" dt="2026-09-14T01:23:28.387" v="107" actId="20577"/>
        <pc:sldMkLst>
          <pc:docMk/>
          <pc:sldMk cId="0" sldId="257"/>
        </pc:sldMkLst>
        <pc:spChg chg="mod">
          <ac:chgData name="SALAS ORTIZ FELIPE P" userId="S::f.salasortiz@uandresbello.edu::50b57c22-9f6d-44aa-ae83-adb288526a08" providerId="AD" clId="Web-{9C9F0194-CFAE-8BC3-62DC-227FEFB7E9C3}" dt="2026-09-14T01:23:28.387" v="107" actId="20577"/>
          <ac:spMkLst>
            <pc:docMk/>
            <pc:sldMk cId="0" sldId="257"/>
            <ac:spMk id="91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9C9F0194-CFAE-8BC3-62DC-227FEFB7E9C3}" dt="2026-09-14T01:23:12.746" v="105" actId="20577"/>
        <pc:sldMkLst>
          <pc:docMk/>
          <pc:sldMk cId="0" sldId="258"/>
        </pc:sldMkLst>
        <pc:spChg chg="mod">
          <ac:chgData name="SALAS ORTIZ FELIPE P" userId="S::f.salasortiz@uandresbello.edu::50b57c22-9f6d-44aa-ae83-adb288526a08" providerId="AD" clId="Web-{9C9F0194-CFAE-8BC3-62DC-227FEFB7E9C3}" dt="2026-09-14T01:23:12.746" v="105" actId="20577"/>
          <ac:spMkLst>
            <pc:docMk/>
            <pc:sldMk cId="0" sldId="258"/>
            <ac:spMk id="113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9C9F0194-CFAE-8BC3-62DC-227FEFB7E9C3}" dt="2026-09-14T01:23:49.903" v="109" actId="20577"/>
        <pc:sldMkLst>
          <pc:docMk/>
          <pc:sldMk cId="0" sldId="259"/>
        </pc:sldMkLst>
        <pc:spChg chg="mod">
          <ac:chgData name="SALAS ORTIZ FELIPE P" userId="S::f.salasortiz@uandresbello.edu::50b57c22-9f6d-44aa-ae83-adb288526a08" providerId="AD" clId="Web-{9C9F0194-CFAE-8BC3-62DC-227FEFB7E9C3}" dt="2026-09-13T23:23:53.416" v="60" actId="20577"/>
          <ac:spMkLst>
            <pc:docMk/>
            <pc:sldMk cId="0" sldId="259"/>
            <ac:spMk id="120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9C9F0194-CFAE-8BC3-62DC-227FEFB7E9C3}" dt="2026-09-14T01:23:49.903" v="109" actId="20577"/>
          <ac:spMkLst>
            <pc:docMk/>
            <pc:sldMk cId="0" sldId="259"/>
            <ac:spMk id="158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9C9F0194-CFAE-8BC3-62DC-227FEFB7E9C3}" dt="2026-09-14T01:23:45.325" v="108" actId="20577"/>
        <pc:sldMkLst>
          <pc:docMk/>
          <pc:sldMk cId="0" sldId="260"/>
        </pc:sldMkLst>
        <pc:spChg chg="mod">
          <ac:chgData name="SALAS ORTIZ FELIPE P" userId="S::f.salasortiz@uandresbello.edu::50b57c22-9f6d-44aa-ae83-adb288526a08" providerId="AD" clId="Web-{9C9F0194-CFAE-8BC3-62DC-227FEFB7E9C3}" dt="2026-09-14T01:23:45.325" v="108" actId="20577"/>
          <ac:spMkLst>
            <pc:docMk/>
            <pc:sldMk cId="0" sldId="260"/>
            <ac:spMk id="186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9C9F0194-CFAE-8BC3-62DC-227FEFB7E9C3}" dt="2026-09-14T01:23:55.154" v="110" actId="20577"/>
        <pc:sldMkLst>
          <pc:docMk/>
          <pc:sldMk cId="0" sldId="261"/>
        </pc:sldMkLst>
        <pc:spChg chg="mod">
          <ac:chgData name="SALAS ORTIZ FELIPE P" userId="S::f.salasortiz@uandresbello.edu::50b57c22-9f6d-44aa-ae83-adb288526a08" providerId="AD" clId="Web-{9C9F0194-CFAE-8BC3-62DC-227FEFB7E9C3}" dt="2026-09-14T01:23:55.154" v="110" actId="20577"/>
          <ac:spMkLst>
            <pc:docMk/>
            <pc:sldMk cId="0" sldId="261"/>
            <ac:spMk id="218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9C9F0194-CFAE-8BC3-62DC-227FEFB7E9C3}" dt="2026-09-14T01:22:52.026" v="103" actId="20577"/>
        <pc:sldMkLst>
          <pc:docMk/>
          <pc:sldMk cId="0" sldId="262"/>
        </pc:sldMkLst>
        <pc:spChg chg="mod">
          <ac:chgData name="SALAS ORTIZ FELIPE P" userId="S::f.salasortiz@uandresbello.edu::50b57c22-9f6d-44aa-ae83-adb288526a08" providerId="AD" clId="Web-{9C9F0194-CFAE-8BC3-62DC-227FEFB7E9C3}" dt="2026-09-14T01:22:48.511" v="102" actId="20577"/>
          <ac:spMkLst>
            <pc:docMk/>
            <pc:sldMk cId="0" sldId="262"/>
            <ac:spMk id="225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9C9F0194-CFAE-8BC3-62DC-227FEFB7E9C3}" dt="2026-09-14T01:22:52.026" v="103" actId="20577"/>
          <ac:spMkLst>
            <pc:docMk/>
            <pc:sldMk cId="0" sldId="262"/>
            <ac:spMk id="274" creationId="{00000000-0000-0000-0000-000000000000}"/>
          </ac:spMkLst>
        </pc:spChg>
      </pc:sldChg>
      <pc:sldChg chg="addSp modSp">
        <pc:chgData name="SALAS ORTIZ FELIPE P" userId="S::f.salasortiz@uandresbello.edu::50b57c22-9f6d-44aa-ae83-adb288526a08" providerId="AD" clId="Web-{9C9F0194-CFAE-8BC3-62DC-227FEFB7E9C3}" dt="2026-09-14T01:24:19.733" v="115" actId="20577"/>
        <pc:sldMkLst>
          <pc:docMk/>
          <pc:sldMk cId="0" sldId="263"/>
        </pc:sldMkLst>
        <pc:spChg chg="add mod">
          <ac:chgData name="SALAS ORTIZ FELIPE P" userId="S::f.salasortiz@uandresbello.edu::50b57c22-9f6d-44aa-ae83-adb288526a08" providerId="AD" clId="Web-{9C9F0194-CFAE-8BC3-62DC-227FEFB7E9C3}" dt="2026-09-14T01:24:19.733" v="115" actId="20577"/>
          <ac:spMkLst>
            <pc:docMk/>
            <pc:sldMk cId="0" sldId="263"/>
            <ac:spMk id="3" creationId="{B937CF51-C4F5-B112-B0C0-F540400E06A8}"/>
          </ac:spMkLst>
        </pc:spChg>
      </pc:sldChg>
      <pc:sldChg chg="addSp modSp">
        <pc:chgData name="SALAS ORTIZ FELIPE P" userId="S::f.salasortiz@uandresbello.edu::50b57c22-9f6d-44aa-ae83-adb288526a08" providerId="AD" clId="Web-{9C9F0194-CFAE-8BC3-62DC-227FEFB7E9C3}" dt="2026-09-14T01:24:31.514" v="120" actId="20577"/>
        <pc:sldMkLst>
          <pc:docMk/>
          <pc:sldMk cId="0" sldId="264"/>
        </pc:sldMkLst>
        <pc:spChg chg="add mod">
          <ac:chgData name="SALAS ORTIZ FELIPE P" userId="S::f.salasortiz@uandresbello.edu::50b57c22-9f6d-44aa-ae83-adb288526a08" providerId="AD" clId="Web-{9C9F0194-CFAE-8BC3-62DC-227FEFB7E9C3}" dt="2026-09-14T01:24:31.514" v="120" actId="20577"/>
          <ac:spMkLst>
            <pc:docMk/>
            <pc:sldMk cId="0" sldId="264"/>
            <ac:spMk id="3" creationId="{84B8F5C2-9F07-BA23-70C9-B63359D77981}"/>
          </ac:spMkLst>
        </pc:spChg>
        <pc:spChg chg="mod">
          <ac:chgData name="SALAS ORTIZ FELIPE P" userId="S::f.salasortiz@uandresbello.edu::50b57c22-9f6d-44aa-ae83-adb288526a08" providerId="AD" clId="Web-{9C9F0194-CFAE-8BC3-62DC-227FEFB7E9C3}" dt="2026-09-13T21:26:59.568" v="40" actId="20577"/>
          <ac:spMkLst>
            <pc:docMk/>
            <pc:sldMk cId="0" sldId="264"/>
            <ac:spMk id="381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9C9F0194-CFAE-8BC3-62DC-227FEFB7E9C3}" dt="2026-09-14T01:24:38.264" v="121" actId="20577"/>
        <pc:sldMkLst>
          <pc:docMk/>
          <pc:sldMk cId="0" sldId="265"/>
        </pc:sldMkLst>
        <pc:spChg chg="mod">
          <ac:chgData name="SALAS ORTIZ FELIPE P" userId="S::f.salasortiz@uandresbello.edu::50b57c22-9f6d-44aa-ae83-adb288526a08" providerId="AD" clId="Web-{9C9F0194-CFAE-8BC3-62DC-227FEFB7E9C3}" dt="2026-09-14T01:24:38.264" v="121" actId="20577"/>
          <ac:spMkLst>
            <pc:docMk/>
            <pc:sldMk cId="0" sldId="265"/>
            <ac:spMk id="413" creationId="{00000000-0000-0000-0000-000000000000}"/>
          </ac:spMkLst>
        </pc:spChg>
      </pc:sldChg>
      <pc:sldChg chg="addSp modSp">
        <pc:chgData name="SALAS ORTIZ FELIPE P" userId="S::f.salasortiz@uandresbello.edu::50b57c22-9f6d-44aa-ae83-adb288526a08" providerId="AD" clId="Web-{9C9F0194-CFAE-8BC3-62DC-227FEFB7E9C3}" dt="2026-09-14T01:24:48.421" v="125" actId="20577"/>
        <pc:sldMkLst>
          <pc:docMk/>
          <pc:sldMk cId="0" sldId="266"/>
        </pc:sldMkLst>
        <pc:spChg chg="add mod">
          <ac:chgData name="SALAS ORTIZ FELIPE P" userId="S::f.salasortiz@uandresbello.edu::50b57c22-9f6d-44aa-ae83-adb288526a08" providerId="AD" clId="Web-{9C9F0194-CFAE-8BC3-62DC-227FEFB7E9C3}" dt="2026-09-14T01:24:48.421" v="125" actId="20577"/>
          <ac:spMkLst>
            <pc:docMk/>
            <pc:sldMk cId="0" sldId="266"/>
            <ac:spMk id="3" creationId="{1058D967-61C1-D693-AACE-5AD39F08D026}"/>
          </ac:spMkLst>
        </pc:spChg>
      </pc:sldChg>
      <pc:sldChg chg="addSp modSp">
        <pc:chgData name="SALAS ORTIZ FELIPE P" userId="S::f.salasortiz@uandresbello.edu::50b57c22-9f6d-44aa-ae83-adb288526a08" providerId="AD" clId="Web-{9C9F0194-CFAE-8BC3-62DC-227FEFB7E9C3}" dt="2026-09-14T01:24:57.218" v="128" actId="20577"/>
        <pc:sldMkLst>
          <pc:docMk/>
          <pc:sldMk cId="0" sldId="267"/>
        </pc:sldMkLst>
        <pc:spChg chg="add mod">
          <ac:chgData name="SALAS ORTIZ FELIPE P" userId="S::f.salasortiz@uandresbello.edu::50b57c22-9f6d-44aa-ae83-adb288526a08" providerId="AD" clId="Web-{9C9F0194-CFAE-8BC3-62DC-227FEFB7E9C3}" dt="2026-09-14T01:24:57.218" v="128" actId="20577"/>
          <ac:spMkLst>
            <pc:docMk/>
            <pc:sldMk cId="0" sldId="267"/>
            <ac:spMk id="4" creationId="{10284308-C7FE-DC19-9A5A-1E20E9134165}"/>
          </ac:spMkLst>
        </pc:spChg>
      </pc:sldChg>
      <pc:sldChg chg="modSp">
        <pc:chgData name="SALAS ORTIZ FELIPE P" userId="S::f.salasortiz@uandresbello.edu::50b57c22-9f6d-44aa-ae83-adb288526a08" providerId="AD" clId="Web-{9C9F0194-CFAE-8BC3-62DC-227FEFB7E9C3}" dt="2026-09-14T01:25:10.203" v="132" actId="20577"/>
        <pc:sldMkLst>
          <pc:docMk/>
          <pc:sldMk cId="0" sldId="268"/>
        </pc:sldMkLst>
        <pc:spChg chg="mod">
          <ac:chgData name="SALAS ORTIZ FELIPE P" userId="S::f.salasortiz@uandresbello.edu::50b57c22-9f6d-44aa-ae83-adb288526a08" providerId="AD" clId="Web-{9C9F0194-CFAE-8BC3-62DC-227FEFB7E9C3}" dt="2026-09-14T01:25:10.203" v="132" actId="20577"/>
          <ac:spMkLst>
            <pc:docMk/>
            <pc:sldMk cId="0" sldId="268"/>
            <ac:spMk id="555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9C9F0194-CFAE-8BC3-62DC-227FEFB7E9C3}" dt="2026-09-14T01:25:20.141" v="135" actId="20577"/>
        <pc:sldMkLst>
          <pc:docMk/>
          <pc:sldMk cId="0" sldId="269"/>
        </pc:sldMkLst>
        <pc:spChg chg="mod">
          <ac:chgData name="SALAS ORTIZ FELIPE P" userId="S::f.salasortiz@uandresbello.edu::50b57c22-9f6d-44aa-ae83-adb288526a08" providerId="AD" clId="Web-{9C9F0194-CFAE-8BC3-62DC-227FEFB7E9C3}" dt="2026-09-14T01:25:20.141" v="135" actId="20577"/>
          <ac:spMkLst>
            <pc:docMk/>
            <pc:sldMk cId="0" sldId="269"/>
            <ac:spMk id="642" creationId="{00000000-0000-0000-0000-000000000000}"/>
          </ac:spMkLst>
        </pc:spChg>
      </pc:sldChg>
      <pc:sldChg chg="delSp modSp">
        <pc:chgData name="SALAS ORTIZ FELIPE P" userId="S::f.salasortiz@uandresbello.edu::50b57c22-9f6d-44aa-ae83-adb288526a08" providerId="AD" clId="Web-{9C9F0194-CFAE-8BC3-62DC-227FEFB7E9C3}" dt="2026-09-14T01:26:21.268" v="146" actId="20577"/>
        <pc:sldMkLst>
          <pc:docMk/>
          <pc:sldMk cId="0" sldId="270"/>
        </pc:sldMkLst>
        <pc:spChg chg="mod">
          <ac:chgData name="SALAS ORTIZ FELIPE P" userId="S::f.salasortiz@uandresbello.edu::50b57c22-9f6d-44aa-ae83-adb288526a08" providerId="AD" clId="Web-{9C9F0194-CFAE-8BC3-62DC-227FEFB7E9C3}" dt="2026-09-13T21:28:28.650" v="41" actId="20577"/>
          <ac:spMkLst>
            <pc:docMk/>
            <pc:sldMk cId="0" sldId="270"/>
            <ac:spMk id="654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9C9F0194-CFAE-8BC3-62DC-227FEFB7E9C3}" dt="2026-09-13T21:28:52.182" v="45" actId="20577"/>
          <ac:spMkLst>
            <pc:docMk/>
            <pc:sldMk cId="0" sldId="270"/>
            <ac:spMk id="665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9C9F0194-CFAE-8BC3-62DC-227FEFB7E9C3}" dt="2026-09-13T21:28:54.885" v="48" actId="20577"/>
          <ac:spMkLst>
            <pc:docMk/>
            <pc:sldMk cId="0" sldId="270"/>
            <ac:spMk id="671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9C9F0194-CFAE-8BC3-62DC-227FEFB7E9C3}" dt="2026-09-13T21:28:58.182" v="50" actId="20577"/>
          <ac:spMkLst>
            <pc:docMk/>
            <pc:sldMk cId="0" sldId="270"/>
            <ac:spMk id="678" creationId="{00000000-0000-0000-0000-000000000000}"/>
          </ac:spMkLst>
        </pc:spChg>
        <pc:spChg chg="mod">
          <ac:chgData name="SALAS ORTIZ FELIPE P" userId="S::f.salasortiz@uandresbello.edu::50b57c22-9f6d-44aa-ae83-adb288526a08" providerId="AD" clId="Web-{9C9F0194-CFAE-8BC3-62DC-227FEFB7E9C3}" dt="2026-09-14T01:26:21.268" v="146" actId="20577"/>
          <ac:spMkLst>
            <pc:docMk/>
            <pc:sldMk cId="0" sldId="270"/>
            <ac:spMk id="681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9C9F0194-CFAE-8BC3-62DC-227FEFB7E9C3}" dt="2026-09-14T01:26:31.815" v="150" actId="20577"/>
        <pc:sldMkLst>
          <pc:docMk/>
          <pc:sldMk cId="0" sldId="271"/>
        </pc:sldMkLst>
        <pc:spChg chg="mod">
          <ac:chgData name="SALAS ORTIZ FELIPE P" userId="S::f.salasortiz@uandresbello.edu::50b57c22-9f6d-44aa-ae83-adb288526a08" providerId="AD" clId="Web-{9C9F0194-CFAE-8BC3-62DC-227FEFB7E9C3}" dt="2026-09-14T01:26:31.815" v="150" actId="20577"/>
          <ac:spMkLst>
            <pc:docMk/>
            <pc:sldMk cId="0" sldId="271"/>
            <ac:spMk id="724" creationId="{00000000-0000-0000-0000-000000000000}"/>
          </ac:spMkLst>
        </pc:spChg>
      </pc:sldChg>
      <pc:sldChg chg="modSp">
        <pc:chgData name="SALAS ORTIZ FELIPE P" userId="S::f.salasortiz@uandresbello.edu::50b57c22-9f6d-44aa-ae83-adb288526a08" providerId="AD" clId="Web-{9C9F0194-CFAE-8BC3-62DC-227FEFB7E9C3}" dt="2026-09-14T01:26:42.565" v="154" actId="20577"/>
        <pc:sldMkLst>
          <pc:docMk/>
          <pc:sldMk cId="0" sldId="272"/>
        </pc:sldMkLst>
        <pc:spChg chg="mod">
          <ac:chgData name="SALAS ORTIZ FELIPE P" userId="S::f.salasortiz@uandresbello.edu::50b57c22-9f6d-44aa-ae83-adb288526a08" providerId="AD" clId="Web-{9C9F0194-CFAE-8BC3-62DC-227FEFB7E9C3}" dt="2026-09-14T01:26:42.565" v="154" actId="20577"/>
          <ac:spMkLst>
            <pc:docMk/>
            <pc:sldMk cId="0" sldId="272"/>
            <ac:spMk id="738" creationId="{00000000-0000-0000-0000-000000000000}"/>
          </ac:spMkLst>
        </pc:spChg>
      </pc:sldChg>
      <pc:sldChg chg="addSp modSp add">
        <pc:chgData name="SALAS ORTIZ FELIPE P" userId="S::f.salasortiz@uandresbello.edu::50b57c22-9f6d-44aa-ae83-adb288526a08" providerId="AD" clId="Web-{9C9F0194-CFAE-8BC3-62DC-227FEFB7E9C3}" dt="2026-09-14T01:25:29.969" v="139" actId="20577"/>
        <pc:sldMkLst>
          <pc:docMk/>
          <pc:sldMk cId="2835710238" sldId="273"/>
        </pc:sldMkLst>
        <pc:spChg chg="mod">
          <ac:chgData name="SALAS ORTIZ FELIPE P" userId="S::f.salasortiz@uandresbello.edu::50b57c22-9f6d-44aa-ae83-adb288526a08" providerId="AD" clId="Web-{9C9F0194-CFAE-8BC3-62DC-227FEFB7E9C3}" dt="2026-09-14T00:43:57.052" v="94" actId="20577"/>
          <ac:spMkLst>
            <pc:docMk/>
            <pc:sldMk cId="2835710238" sldId="273"/>
            <ac:spMk id="20" creationId="{00000000-0000-0000-0000-000000000000}"/>
          </ac:spMkLst>
        </pc:spChg>
        <pc:spChg chg="add mod">
          <ac:chgData name="SALAS ORTIZ FELIPE P" userId="S::f.salasortiz@uandresbello.edu::50b57c22-9f6d-44aa-ae83-adb288526a08" providerId="AD" clId="Web-{9C9F0194-CFAE-8BC3-62DC-227FEFB7E9C3}" dt="2026-09-14T01:25:29.969" v="139" actId="20577"/>
          <ac:spMkLst>
            <pc:docMk/>
            <pc:sldMk cId="2835710238" sldId="273"/>
            <ac:spMk id="25" creationId="{062DC6D5-781C-EA13-62E0-DC270F004B89}"/>
          </ac:spMkLst>
        </pc:spChg>
      </pc:sldChg>
      <pc:sldChg chg="addSp modSp add">
        <pc:chgData name="SALAS ORTIZ FELIPE P" userId="S::f.salasortiz@uandresbello.edu::50b57c22-9f6d-44aa-ae83-adb288526a08" providerId="AD" clId="Web-{9C9F0194-CFAE-8BC3-62DC-227FEFB7E9C3}" dt="2026-09-14T01:25:56.736" v="141" actId="20577"/>
        <pc:sldMkLst>
          <pc:docMk/>
          <pc:sldMk cId="657971489" sldId="278"/>
        </pc:sldMkLst>
        <pc:spChg chg="mod">
          <ac:chgData name="SALAS ORTIZ FELIPE P" userId="S::f.salasortiz@uandresbello.edu::50b57c22-9f6d-44aa-ae83-adb288526a08" providerId="AD" clId="Web-{9C9F0194-CFAE-8BC3-62DC-227FEFB7E9C3}" dt="2026-09-14T00:43:53.739" v="90" actId="20577"/>
          <ac:spMkLst>
            <pc:docMk/>
            <pc:sldMk cId="657971489" sldId="278"/>
            <ac:spMk id="20" creationId="{00000000-0000-0000-0000-000000000000}"/>
          </ac:spMkLst>
        </pc:spChg>
        <pc:spChg chg="add mod">
          <ac:chgData name="SALAS ORTIZ FELIPE P" userId="S::f.salasortiz@uandresbello.edu::50b57c22-9f6d-44aa-ae83-adb288526a08" providerId="AD" clId="Web-{9C9F0194-CFAE-8BC3-62DC-227FEFB7E9C3}" dt="2026-09-14T01:25:56.736" v="141" actId="20577"/>
          <ac:spMkLst>
            <pc:docMk/>
            <pc:sldMk cId="657971489" sldId="278"/>
            <ac:spMk id="25" creationId="{F85A357E-4563-4ABF-AE42-5CAA3A8BF976}"/>
          </ac:spMkLst>
        </pc:spChg>
      </pc:sldChg>
      <pc:sldChg chg="addSp modSp add">
        <pc:chgData name="SALAS ORTIZ FELIPE P" userId="S::f.salasortiz@uandresbello.edu::50b57c22-9f6d-44aa-ae83-adb288526a08" providerId="AD" clId="Web-{9C9F0194-CFAE-8BC3-62DC-227FEFB7E9C3}" dt="2026-09-14T01:26:12.971" v="143" actId="20577"/>
        <pc:sldMkLst>
          <pc:docMk/>
          <pc:sldMk cId="2516732663" sldId="279"/>
        </pc:sldMkLst>
        <pc:spChg chg="mod">
          <ac:chgData name="SALAS ORTIZ FELIPE P" userId="S::f.salasortiz@uandresbello.edu::50b57c22-9f6d-44aa-ae83-adb288526a08" providerId="AD" clId="Web-{9C9F0194-CFAE-8BC3-62DC-227FEFB7E9C3}" dt="2026-09-14T00:43:43.863" v="83" actId="20577"/>
          <ac:spMkLst>
            <pc:docMk/>
            <pc:sldMk cId="2516732663" sldId="279"/>
            <ac:spMk id="20" creationId="{00000000-0000-0000-0000-000000000000}"/>
          </ac:spMkLst>
        </pc:spChg>
        <pc:spChg chg="add mod">
          <ac:chgData name="SALAS ORTIZ FELIPE P" userId="S::f.salasortiz@uandresbello.edu::50b57c22-9f6d-44aa-ae83-adb288526a08" providerId="AD" clId="Web-{9C9F0194-CFAE-8BC3-62DC-227FEFB7E9C3}" dt="2026-09-14T01:26:12.971" v="143" actId="20577"/>
          <ac:spMkLst>
            <pc:docMk/>
            <pc:sldMk cId="2516732663" sldId="279"/>
            <ac:spMk id="25" creationId="{C0D6ED3B-9224-48CE-75F2-D339C21B9A6A}"/>
          </ac:spMkLst>
        </pc:spChg>
      </pc:sldChg>
      <pc:sldMasterChg chg="addSldLayout">
        <pc:chgData name="SALAS ORTIZ FELIPE P" userId="S::f.salasortiz@uandresbello.edu::50b57c22-9f6d-44aa-ae83-adb288526a08" providerId="AD" clId="Web-{9C9F0194-CFAE-8BC3-62DC-227FEFB7E9C3}" dt="2026-09-13T23:14:44.922" v="51"/>
        <pc:sldMasterMkLst>
          <pc:docMk/>
          <pc:sldMasterMk cId="0" sldId="2147483648"/>
        </pc:sldMasterMkLst>
        <pc:sldLayoutChg chg="add">
          <pc:chgData name="SALAS ORTIZ FELIPE P" userId="S::f.salasortiz@uandresbello.edu::50b57c22-9f6d-44aa-ae83-adb288526a08" providerId="AD" clId="Web-{9C9F0194-CFAE-8BC3-62DC-227FEFB7E9C3}" dt="2026-09-13T23:14:44.922" v="51"/>
          <pc:sldLayoutMkLst>
            <pc:docMk/>
            <pc:sldMasterMk cId="0" sldId="2147483648"/>
            <pc:sldLayoutMk cId="2208665829" sldId="2147483650"/>
          </pc:sldLayoutMkLst>
        </pc:sldLayoutChg>
      </pc:sldMasterChg>
    </pc:docChg>
  </pc:docChgLst>
  <pc:docChgLst>
    <pc:chgData name="SALAS ORTIZ FELIPE P" userId="S::f.salasortiz@uandresbello.edu::50b57c22-9f6d-44aa-ae83-adb288526a08" providerId="AD" clId="Web-{3043B487-83F0-D7A2-13A1-9A1B4F667EEB}"/>
    <pc:docChg chg="modSld">
      <pc:chgData name="SALAS ORTIZ FELIPE P" userId="S::f.salasortiz@uandresbello.edu::50b57c22-9f6d-44aa-ae83-adb288526a08" providerId="AD" clId="Web-{3043B487-83F0-D7A2-13A1-9A1B4F667EEB}" dt="2026-09-15T23:28:40.117" v="1" actId="1076"/>
      <pc:docMkLst>
        <pc:docMk/>
      </pc:docMkLst>
      <pc:sldChg chg="modSp">
        <pc:chgData name="SALAS ORTIZ FELIPE P" userId="S::f.salasortiz@uandresbello.edu::50b57c22-9f6d-44aa-ae83-adb288526a08" providerId="AD" clId="Web-{3043B487-83F0-D7A2-13A1-9A1B4F667EEB}" dt="2026-09-15T23:28:40.117" v="1" actId="1076"/>
        <pc:sldMkLst>
          <pc:docMk/>
          <pc:sldMk cId="0" sldId="264"/>
        </pc:sldMkLst>
        <pc:spChg chg="mod">
          <ac:chgData name="SALAS ORTIZ FELIPE P" userId="S::f.salasortiz@uandresbello.edu::50b57c22-9f6d-44aa-ae83-adb288526a08" providerId="AD" clId="Web-{3043B487-83F0-D7A2-13A1-9A1B4F667EEB}" dt="2026-09-15T23:28:40.117" v="1" actId="1076"/>
          <ac:spMkLst>
            <pc:docMk/>
            <pc:sldMk cId="0" sldId="264"/>
            <ac:spMk id="321" creationId="{00000000-0000-0000-0000-000000000000}"/>
          </ac:spMkLst>
        </pc:spChg>
      </pc:sldChg>
    </pc:docChg>
  </pc:docChgLst>
  <pc:docChgLst>
    <pc:chgData name="HERNÁNDEZ LEIVA ERICK D" userId="S::e.hernndezleiva@uandresbello.edu::9c5b8259-4361-4a22-8228-673ea94f99ad" providerId="AD" clId="Web-{A48B5209-DF26-4B44-8427-977A3DA85A33}"/>
    <pc:docChg chg="modSld">
      <pc:chgData name="HERNÁNDEZ LEIVA ERICK D" userId="S::e.hernndezleiva@uandresbello.edu::9c5b8259-4361-4a22-8228-673ea94f99ad" providerId="AD" clId="Web-{A48B5209-DF26-4B44-8427-977A3DA85A33}" dt="2026-09-14T13:46:48.756" v="18" actId="20577"/>
      <pc:docMkLst>
        <pc:docMk/>
      </pc:docMkLst>
      <pc:sldChg chg="modSp">
        <pc:chgData name="HERNÁNDEZ LEIVA ERICK D" userId="S::e.hernndezleiva@uandresbello.edu::9c5b8259-4361-4a22-8228-673ea94f99ad" providerId="AD" clId="Web-{A48B5209-DF26-4B44-8427-977A3DA85A33}" dt="2026-09-14T13:46:48.756" v="18" actId="20577"/>
        <pc:sldMkLst>
          <pc:docMk/>
          <pc:sldMk cId="0" sldId="263"/>
        </pc:sldMkLst>
        <pc:spChg chg="mod">
          <ac:chgData name="HERNÁNDEZ LEIVA ERICK D" userId="S::e.hernndezleiva@uandresbello.edu::9c5b8259-4361-4a22-8228-673ea94f99ad" providerId="AD" clId="Web-{A48B5209-DF26-4B44-8427-977A3DA85A33}" dt="2026-09-14T13:44:08.116" v="6" actId="20577"/>
          <ac:spMkLst>
            <pc:docMk/>
            <pc:sldMk cId="0" sldId="263"/>
            <ac:spMk id="281" creationId="{00000000-0000-0000-0000-000000000000}"/>
          </ac:spMkLst>
        </pc:spChg>
        <pc:spChg chg="mod">
          <ac:chgData name="HERNÁNDEZ LEIVA ERICK D" userId="S::e.hernndezleiva@uandresbello.edu::9c5b8259-4361-4a22-8228-673ea94f99ad" providerId="AD" clId="Web-{A48B5209-DF26-4B44-8427-977A3DA85A33}" dt="2026-09-14T13:45:47.537" v="9" actId="20577"/>
          <ac:spMkLst>
            <pc:docMk/>
            <pc:sldMk cId="0" sldId="263"/>
            <ac:spMk id="283" creationId="{00000000-0000-0000-0000-000000000000}"/>
          </ac:spMkLst>
        </pc:spChg>
        <pc:spChg chg="mod">
          <ac:chgData name="HERNÁNDEZ LEIVA ERICK D" userId="S::e.hernndezleiva@uandresbello.edu::9c5b8259-4361-4a22-8228-673ea94f99ad" providerId="AD" clId="Web-{A48B5209-DF26-4B44-8427-977A3DA85A33}" dt="2026-09-14T13:46:48.756" v="18" actId="20577"/>
          <ac:spMkLst>
            <pc:docMk/>
            <pc:sldMk cId="0" sldId="263"/>
            <ac:spMk id="284" creationId="{00000000-0000-0000-0000-000000000000}"/>
          </ac:spMkLst>
        </pc:spChg>
        <pc:spChg chg="mod">
          <ac:chgData name="HERNÁNDEZ LEIVA ERICK D" userId="S::e.hernndezleiva@uandresbello.edu::9c5b8259-4361-4a22-8228-673ea94f99ad" providerId="AD" clId="Web-{A48B5209-DF26-4B44-8427-977A3DA85A33}" dt="2026-09-14T13:44:01.475" v="4" actId="20577"/>
          <ac:spMkLst>
            <pc:docMk/>
            <pc:sldMk cId="0" sldId="263"/>
            <ac:spMk id="314" creationId="{00000000-0000-0000-0000-000000000000}"/>
          </ac:spMkLst>
        </pc:spChg>
      </pc:sldChg>
    </pc:docChg>
  </pc:docChgLst>
  <pc:docChgLst>
    <pc:chgData name="HERNÁNDEZ LEIVA ERICK D" userId="S::e.hernndezleiva@uandresbello.edu::9c5b8259-4361-4a22-8228-673ea94f99ad" providerId="AD" clId="Web-{74FBC042-CA0A-603D-96A3-7BC29931BEEE}"/>
    <pc:docChg chg="modSld">
      <pc:chgData name="HERNÁNDEZ LEIVA ERICK D" userId="S::e.hernndezleiva@uandresbello.edu::9c5b8259-4361-4a22-8228-673ea94f99ad" providerId="AD" clId="Web-{74FBC042-CA0A-603D-96A3-7BC29931BEEE}" dt="2026-09-10T19:22:06.315" v="14" actId="20577"/>
      <pc:docMkLst>
        <pc:docMk/>
      </pc:docMkLst>
      <pc:sldChg chg="modSp">
        <pc:chgData name="HERNÁNDEZ LEIVA ERICK D" userId="S::e.hernndezleiva@uandresbello.edu::9c5b8259-4361-4a22-8228-673ea94f99ad" providerId="AD" clId="Web-{74FBC042-CA0A-603D-96A3-7BC29931BEEE}" dt="2026-09-10T19:22:06.315" v="14" actId="20577"/>
        <pc:sldMkLst>
          <pc:docMk/>
          <pc:sldMk cId="0" sldId="264"/>
        </pc:sldMkLst>
        <pc:spChg chg="mod">
          <ac:chgData name="HERNÁNDEZ LEIVA ERICK D" userId="S::e.hernndezleiva@uandresbello.edu::9c5b8259-4361-4a22-8228-673ea94f99ad" providerId="AD" clId="Web-{74FBC042-CA0A-603D-96A3-7BC29931BEEE}" dt="2026-09-10T19:22:06.315" v="14" actId="20577"/>
          <ac:spMkLst>
            <pc:docMk/>
            <pc:sldMk cId="0" sldId="264"/>
            <ac:spMk id="381" creationId="{00000000-0000-0000-0000-000000000000}"/>
          </ac:spMkLst>
        </pc:spChg>
      </pc:sldChg>
      <pc:sldChg chg="modSp">
        <pc:chgData name="HERNÁNDEZ LEIVA ERICK D" userId="S::e.hernndezleiva@uandresbello.edu::9c5b8259-4361-4a22-8228-673ea94f99ad" providerId="AD" clId="Web-{74FBC042-CA0A-603D-96A3-7BC29931BEEE}" dt="2026-09-10T19:20:51.469" v="1" actId="20577"/>
        <pc:sldMkLst>
          <pc:docMk/>
          <pc:sldMk cId="0" sldId="265"/>
        </pc:sldMkLst>
        <pc:spChg chg="mod">
          <ac:chgData name="HERNÁNDEZ LEIVA ERICK D" userId="S::e.hernndezleiva@uandresbello.edu::9c5b8259-4361-4a22-8228-673ea94f99ad" providerId="AD" clId="Web-{74FBC042-CA0A-603D-96A3-7BC29931BEEE}" dt="2026-09-10T19:20:51.469" v="1" actId="20577"/>
          <ac:spMkLst>
            <pc:docMk/>
            <pc:sldMk cId="0" sldId="265"/>
            <ac:spMk id="390" creationId="{00000000-0000-0000-0000-000000000000}"/>
          </ac:spMkLst>
        </pc:spChg>
      </pc:sldChg>
      <pc:sldChg chg="modSp">
        <pc:chgData name="HERNÁNDEZ LEIVA ERICK D" userId="S::e.hernndezleiva@uandresbello.edu::9c5b8259-4361-4a22-8228-673ea94f99ad" providerId="AD" clId="Web-{74FBC042-CA0A-603D-96A3-7BC29931BEEE}" dt="2026-09-10T19:21:02.875" v="4" actId="20577"/>
        <pc:sldMkLst>
          <pc:docMk/>
          <pc:sldMk cId="0" sldId="266"/>
        </pc:sldMkLst>
        <pc:spChg chg="mod">
          <ac:chgData name="HERNÁNDEZ LEIVA ERICK D" userId="S::e.hernndezleiva@uandresbello.edu::9c5b8259-4361-4a22-8228-673ea94f99ad" providerId="AD" clId="Web-{74FBC042-CA0A-603D-96A3-7BC29931BEEE}" dt="2026-09-10T19:21:02.875" v="4" actId="20577"/>
          <ac:spMkLst>
            <pc:docMk/>
            <pc:sldMk cId="0" sldId="266"/>
            <ac:spMk id="422" creationId="{00000000-0000-0000-0000-000000000000}"/>
          </ac:spMkLst>
        </pc:spChg>
      </pc:sldChg>
      <pc:sldChg chg="modSp">
        <pc:chgData name="HERNÁNDEZ LEIVA ERICK D" userId="S::e.hernndezleiva@uandresbello.edu::9c5b8259-4361-4a22-8228-673ea94f99ad" providerId="AD" clId="Web-{74FBC042-CA0A-603D-96A3-7BC29931BEEE}" dt="2026-09-10T19:21:19.891" v="6" actId="20577"/>
        <pc:sldMkLst>
          <pc:docMk/>
          <pc:sldMk cId="0" sldId="268"/>
        </pc:sldMkLst>
        <pc:spChg chg="mod">
          <ac:chgData name="HERNÁNDEZ LEIVA ERICK D" userId="S::e.hernndezleiva@uandresbello.edu::9c5b8259-4361-4a22-8228-673ea94f99ad" providerId="AD" clId="Web-{74FBC042-CA0A-603D-96A3-7BC29931BEEE}" dt="2026-09-10T19:21:19.891" v="6" actId="20577"/>
          <ac:spMkLst>
            <pc:docMk/>
            <pc:sldMk cId="0" sldId="268"/>
            <ac:spMk id="553" creationId="{00000000-0000-0000-0000-000000000000}"/>
          </ac:spMkLst>
        </pc:spChg>
      </pc:sldChg>
      <pc:sldChg chg="modSp">
        <pc:chgData name="HERNÁNDEZ LEIVA ERICK D" userId="S::e.hernndezleiva@uandresbello.edu::9c5b8259-4361-4a22-8228-673ea94f99ad" providerId="AD" clId="Web-{74FBC042-CA0A-603D-96A3-7BC29931BEEE}" dt="2026-09-10T19:21:33.111" v="9" actId="20577"/>
        <pc:sldMkLst>
          <pc:docMk/>
          <pc:sldMk cId="0" sldId="269"/>
        </pc:sldMkLst>
        <pc:spChg chg="mod">
          <ac:chgData name="HERNÁNDEZ LEIVA ERICK D" userId="S::e.hernndezleiva@uandresbello.edu::9c5b8259-4361-4a22-8228-673ea94f99ad" providerId="AD" clId="Web-{74FBC042-CA0A-603D-96A3-7BC29931BEEE}" dt="2026-09-10T19:21:33.111" v="9" actId="20577"/>
          <ac:spMkLst>
            <pc:docMk/>
            <pc:sldMk cId="0" sldId="269"/>
            <ac:spMk id="565" creationId="{00000000-0000-0000-0000-000000000000}"/>
          </ac:spMkLst>
        </pc:spChg>
      </pc:sldChg>
      <pc:sldChg chg="modSp">
        <pc:chgData name="HERNÁNDEZ LEIVA ERICK D" userId="S::e.hernndezleiva@uandresbello.edu::9c5b8259-4361-4a22-8228-673ea94f99ad" providerId="AD" clId="Web-{74FBC042-CA0A-603D-96A3-7BC29931BEEE}" dt="2026-09-10T19:21:39.361" v="11" actId="20577"/>
        <pc:sldMkLst>
          <pc:docMk/>
          <pc:sldMk cId="0" sldId="270"/>
        </pc:sldMkLst>
        <pc:spChg chg="mod">
          <ac:chgData name="HERNÁNDEZ LEIVA ERICK D" userId="S::e.hernndezleiva@uandresbello.edu::9c5b8259-4361-4a22-8228-673ea94f99ad" providerId="AD" clId="Web-{74FBC042-CA0A-603D-96A3-7BC29931BEEE}" dt="2026-09-10T19:21:39.361" v="11" actId="20577"/>
          <ac:spMkLst>
            <pc:docMk/>
            <pc:sldMk cId="0" sldId="270"/>
            <ac:spMk id="651" creationId="{00000000-0000-0000-0000-000000000000}"/>
          </ac:spMkLst>
        </pc:spChg>
      </pc:sldChg>
    </pc:docChg>
  </pc:docChgLst>
  <pc:docChgLst>
    <pc:chgData name="HERNÁNDEZ LEIVA ERICK D" userId="S::e.hernndezleiva@uandresbello.edu::9c5b8259-4361-4a22-8228-673ea94f99ad" providerId="AD" clId="Web-{CFC5A46F-A9D6-90B8-4F41-A52A3DCB2AA4}"/>
    <pc:docChg chg="modSld">
      <pc:chgData name="HERNÁNDEZ LEIVA ERICK D" userId="S::e.hernndezleiva@uandresbello.edu::9c5b8259-4361-4a22-8228-673ea94f99ad" providerId="AD" clId="Web-{CFC5A46F-A9D6-90B8-4F41-A52A3DCB2AA4}" dt="2026-09-15T22:34:21.927" v="5" actId="1076"/>
      <pc:docMkLst>
        <pc:docMk/>
      </pc:docMkLst>
      <pc:sldChg chg="modSp">
        <pc:chgData name="HERNÁNDEZ LEIVA ERICK D" userId="S::e.hernndezleiva@uandresbello.edu::9c5b8259-4361-4a22-8228-673ea94f99ad" providerId="AD" clId="Web-{CFC5A46F-A9D6-90B8-4F41-A52A3DCB2AA4}" dt="2026-09-15T22:34:21.927" v="5" actId="1076"/>
        <pc:sldMkLst>
          <pc:docMk/>
          <pc:sldMk cId="0" sldId="263"/>
        </pc:sldMkLst>
        <pc:spChg chg="mod">
          <ac:chgData name="HERNÁNDEZ LEIVA ERICK D" userId="S::e.hernndezleiva@uandresbello.edu::9c5b8259-4361-4a22-8228-673ea94f99ad" providerId="AD" clId="Web-{CFC5A46F-A9D6-90B8-4F41-A52A3DCB2AA4}" dt="2026-09-15T22:34:21.927" v="5" actId="1076"/>
          <ac:spMkLst>
            <pc:docMk/>
            <pc:sldMk cId="0" sldId="263"/>
            <ac:spMk id="279" creationId="{00000000-0000-0000-0000-000000000000}"/>
          </ac:spMkLst>
        </pc:spChg>
      </pc:sldChg>
    </pc:docChg>
  </pc:docChgLst>
  <pc:docChgLst>
    <pc:chgData name="GÓMEZ DÍAZ FABIÁN E" userId="S::f.gmezdaz@uandresbello.edu::7bc292d5-aa4a-419e-b9f5-caf9b0ddee27" providerId="AD" clId="Web-{602720C5-5195-FFC4-691C-EC52ACFE82C0}"/>
    <pc:docChg chg="modSld">
      <pc:chgData name="GÓMEZ DÍAZ FABIÁN E" userId="S::f.gmezdaz@uandresbello.edu::7bc292d5-aa4a-419e-b9f5-caf9b0ddee27" providerId="AD" clId="Web-{602720C5-5195-FFC4-691C-EC52ACFE82C0}" dt="2026-09-14T00:23:53.818" v="1" actId="1076"/>
      <pc:docMkLst>
        <pc:docMk/>
      </pc:docMkLst>
      <pc:sldChg chg="modSp">
        <pc:chgData name="GÓMEZ DÍAZ FABIÁN E" userId="S::f.gmezdaz@uandresbello.edu::7bc292d5-aa4a-419e-b9f5-caf9b0ddee27" providerId="AD" clId="Web-{602720C5-5195-FFC4-691C-EC52ACFE82C0}" dt="2026-09-14T00:23:53.818" v="1" actId="1076"/>
        <pc:sldMkLst>
          <pc:docMk/>
          <pc:sldMk cId="0" sldId="266"/>
        </pc:sldMkLst>
        <pc:spChg chg="mod">
          <ac:chgData name="GÓMEZ DÍAZ FABIÁN E" userId="S::f.gmezdaz@uandresbello.edu::7bc292d5-aa4a-419e-b9f5-caf9b0ddee27" providerId="AD" clId="Web-{602720C5-5195-FFC4-691C-EC52ACFE82C0}" dt="2026-09-14T00:23:53.818" v="1" actId="1076"/>
          <ac:spMkLst>
            <pc:docMk/>
            <pc:sldMk cId="0" sldId="266"/>
            <ac:spMk id="418" creationId="{00000000-0000-0000-0000-000000000000}"/>
          </ac:spMkLst>
        </pc:spChg>
      </pc:sldChg>
    </pc:docChg>
  </pc:docChgLst>
  <pc:docChgLst>
    <pc:chgData name="HERNÁNDEZ LEIVA ERICK D" userId="S::e.hernndezleiva@uandresbello.edu::9c5b8259-4361-4a22-8228-673ea94f99ad" providerId="AD" clId="Web-{7B5F9ED6-851A-59C4-0A1D-EC9CC3F53563}"/>
    <pc:docChg chg="modSld">
      <pc:chgData name="HERNÁNDEZ LEIVA ERICK D" userId="S::e.hernndezleiva@uandresbello.edu::9c5b8259-4361-4a22-8228-673ea94f99ad" providerId="AD" clId="Web-{7B5F9ED6-851A-59C4-0A1D-EC9CC3F53563}" dt="2026-09-25T04:36:47.810" v="36" actId="20577"/>
      <pc:docMkLst>
        <pc:docMk/>
      </pc:docMkLst>
      <pc:sldChg chg="modSp">
        <pc:chgData name="HERNÁNDEZ LEIVA ERICK D" userId="S::e.hernndezleiva@uandresbello.edu::9c5b8259-4361-4a22-8228-673ea94f99ad" providerId="AD" clId="Web-{7B5F9ED6-851A-59C4-0A1D-EC9CC3F53563}" dt="2026-09-25T04:33:30.937" v="2" actId="20577"/>
        <pc:sldMkLst>
          <pc:docMk/>
          <pc:sldMk cId="0" sldId="257"/>
        </pc:sldMkLst>
        <pc:spChg chg="mod">
          <ac:chgData name="HERNÁNDEZ LEIVA ERICK D" userId="S::e.hernndezleiva@uandresbello.edu::9c5b8259-4361-4a22-8228-673ea94f99ad" providerId="AD" clId="Web-{7B5F9ED6-851A-59C4-0A1D-EC9CC3F53563}" dt="2026-09-25T04:33:30.937" v="2" actId="20577"/>
          <ac:spMkLst>
            <pc:docMk/>
            <pc:sldMk cId="0" sldId="257"/>
            <ac:spMk id="54" creationId="{00000000-0000-0000-0000-000000000000}"/>
          </ac:spMkLst>
        </pc:spChg>
      </pc:sldChg>
      <pc:sldChg chg="modSp">
        <pc:chgData name="HERNÁNDEZ LEIVA ERICK D" userId="S::e.hernndezleiva@uandresbello.edu::9c5b8259-4361-4a22-8228-673ea94f99ad" providerId="AD" clId="Web-{7B5F9ED6-851A-59C4-0A1D-EC9CC3F53563}" dt="2026-09-25T04:33:42.969" v="5" actId="20577"/>
        <pc:sldMkLst>
          <pc:docMk/>
          <pc:sldMk cId="0" sldId="258"/>
        </pc:sldMkLst>
        <pc:spChg chg="mod">
          <ac:chgData name="HERNÁNDEZ LEIVA ERICK D" userId="S::e.hernndezleiva@uandresbello.edu::9c5b8259-4361-4a22-8228-673ea94f99ad" providerId="AD" clId="Web-{7B5F9ED6-851A-59C4-0A1D-EC9CC3F53563}" dt="2026-09-25T04:33:42.969" v="5" actId="20577"/>
          <ac:spMkLst>
            <pc:docMk/>
            <pc:sldMk cId="0" sldId="258"/>
            <ac:spMk id="104" creationId="{00000000-0000-0000-0000-000000000000}"/>
          </ac:spMkLst>
        </pc:spChg>
      </pc:sldChg>
      <pc:sldChg chg="modSp">
        <pc:chgData name="HERNÁNDEZ LEIVA ERICK D" userId="S::e.hernndezleiva@uandresbello.edu::9c5b8259-4361-4a22-8228-673ea94f99ad" providerId="AD" clId="Web-{7B5F9ED6-851A-59C4-0A1D-EC9CC3F53563}" dt="2026-09-25T04:33:58.017" v="15" actId="20577"/>
        <pc:sldMkLst>
          <pc:docMk/>
          <pc:sldMk cId="0" sldId="259"/>
        </pc:sldMkLst>
        <pc:spChg chg="mod">
          <ac:chgData name="HERNÁNDEZ LEIVA ERICK D" userId="S::e.hernndezleiva@uandresbello.edu::9c5b8259-4361-4a22-8228-673ea94f99ad" providerId="AD" clId="Web-{7B5F9ED6-851A-59C4-0A1D-EC9CC3F53563}" dt="2026-09-25T04:33:58.017" v="15" actId="20577"/>
          <ac:spMkLst>
            <pc:docMk/>
            <pc:sldMk cId="0" sldId="259"/>
            <ac:spMk id="150" creationId="{00000000-0000-0000-0000-000000000000}"/>
          </ac:spMkLst>
        </pc:spChg>
      </pc:sldChg>
      <pc:sldChg chg="modSp">
        <pc:chgData name="HERNÁNDEZ LEIVA ERICK D" userId="S::e.hernndezleiva@uandresbello.edu::9c5b8259-4361-4a22-8228-673ea94f99ad" providerId="AD" clId="Web-{7B5F9ED6-851A-59C4-0A1D-EC9CC3F53563}" dt="2026-09-25T04:36:19.995" v="35" actId="20577"/>
        <pc:sldMkLst>
          <pc:docMk/>
          <pc:sldMk cId="0" sldId="260"/>
        </pc:sldMkLst>
        <pc:spChg chg="mod">
          <ac:chgData name="HERNÁNDEZ LEIVA ERICK D" userId="S::e.hernndezleiva@uandresbello.edu::9c5b8259-4361-4a22-8228-673ea94f99ad" providerId="AD" clId="Web-{7B5F9ED6-851A-59C4-0A1D-EC9CC3F53563}" dt="2026-09-25T04:35:20.960" v="23" actId="20577"/>
          <ac:spMkLst>
            <pc:docMk/>
            <pc:sldMk cId="0" sldId="260"/>
            <ac:spMk id="7" creationId="{A44B11BE-33E1-1434-2536-0A3517B947A6}"/>
          </ac:spMkLst>
        </pc:spChg>
        <pc:spChg chg="mod">
          <ac:chgData name="HERNÁNDEZ LEIVA ERICK D" userId="S::e.hernndezleiva@uandresbello.edu::9c5b8259-4361-4a22-8228-673ea94f99ad" providerId="AD" clId="Web-{7B5F9ED6-851A-59C4-0A1D-EC9CC3F53563}" dt="2026-09-25T04:36:19.995" v="35" actId="20577"/>
          <ac:spMkLst>
            <pc:docMk/>
            <pc:sldMk cId="0" sldId="260"/>
            <ac:spMk id="170" creationId="{00000000-0000-0000-0000-000000000000}"/>
          </ac:spMkLst>
        </pc:spChg>
        <pc:spChg chg="mod">
          <ac:chgData name="HERNÁNDEZ LEIVA ERICK D" userId="S::e.hernndezleiva@uandresbello.edu::9c5b8259-4361-4a22-8228-673ea94f99ad" providerId="AD" clId="Web-{7B5F9ED6-851A-59C4-0A1D-EC9CC3F53563}" dt="2026-09-25T04:35:52.525" v="28" actId="20577"/>
          <ac:spMkLst>
            <pc:docMk/>
            <pc:sldMk cId="0" sldId="260"/>
            <ac:spMk id="173" creationId="{00000000-0000-0000-0000-000000000000}"/>
          </ac:spMkLst>
        </pc:spChg>
        <pc:spChg chg="mod">
          <ac:chgData name="HERNÁNDEZ LEIVA ERICK D" userId="S::e.hernndezleiva@uandresbello.edu::9c5b8259-4361-4a22-8228-673ea94f99ad" providerId="AD" clId="Web-{7B5F9ED6-851A-59C4-0A1D-EC9CC3F53563}" dt="2026-09-25T04:34:09.955" v="16" actId="20577"/>
          <ac:spMkLst>
            <pc:docMk/>
            <pc:sldMk cId="0" sldId="260"/>
            <ac:spMk id="180" creationId="{00000000-0000-0000-0000-000000000000}"/>
          </ac:spMkLst>
        </pc:spChg>
        <pc:spChg chg="mod">
          <ac:chgData name="HERNÁNDEZ LEIVA ERICK D" userId="S::e.hernndezleiva@uandresbello.edu::9c5b8259-4361-4a22-8228-673ea94f99ad" providerId="AD" clId="Web-{7B5F9ED6-851A-59C4-0A1D-EC9CC3F53563}" dt="2026-09-25T04:35:47.681" v="26" actId="20577"/>
          <ac:spMkLst>
            <pc:docMk/>
            <pc:sldMk cId="0" sldId="260"/>
            <ac:spMk id="183" creationId="{00000000-0000-0000-0000-000000000000}"/>
          </ac:spMkLst>
        </pc:spChg>
      </pc:sldChg>
      <pc:sldChg chg="modSp">
        <pc:chgData name="HERNÁNDEZ LEIVA ERICK D" userId="S::e.hernndezleiva@uandresbello.edu::9c5b8259-4361-4a22-8228-673ea94f99ad" providerId="AD" clId="Web-{7B5F9ED6-851A-59C4-0A1D-EC9CC3F53563}" dt="2026-09-25T04:36:47.810" v="36" actId="20577"/>
        <pc:sldMkLst>
          <pc:docMk/>
          <pc:sldMk cId="0" sldId="263"/>
        </pc:sldMkLst>
        <pc:spChg chg="mod">
          <ac:chgData name="HERNÁNDEZ LEIVA ERICK D" userId="S::e.hernndezleiva@uandresbello.edu::9c5b8259-4361-4a22-8228-673ea94f99ad" providerId="AD" clId="Web-{7B5F9ED6-851A-59C4-0A1D-EC9CC3F53563}" dt="2026-09-25T04:36:47.810" v="36" actId="20577"/>
          <ac:spMkLst>
            <pc:docMk/>
            <pc:sldMk cId="0" sldId="263"/>
            <ac:spMk id="31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4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Backlog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2A0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28A-457B-BDA0-E6C4F9C5C468}"/>
              </c:ext>
            </c:extLst>
          </c:dPt>
          <c:dPt>
            <c:idx val="1"/>
            <c:bubble3D val="0"/>
            <c:spPr>
              <a:solidFill>
                <a:srgbClr val="0070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8A-457B-BDA0-E6C4F9C5C468}"/>
              </c:ext>
            </c:extLst>
          </c:dPt>
          <c:dPt>
            <c:idx val="2"/>
            <c:bubble3D val="0"/>
            <c:spPr>
              <a:solidFill>
                <a:schemeClr val="tx2">
                  <a:lumMod val="90000"/>
                </a:schemeClr>
              </a:solidFill>
              <a:ln w="9525" cap="flat">
                <a:solidFill>
                  <a:srgbClr val="F9F9F9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2D84-41C3-9360-4D43B0BC66E6}"/>
              </c:ext>
            </c:extLst>
          </c:dPt>
          <c:cat>
            <c:strRef>
              <c:f>Sheet1!$A$2:$A$4</c:f>
              <c:strCache>
                <c:ptCount val="3"/>
                <c:pt idx="0">
                  <c:v>Incremento 1</c:v>
                </c:pt>
                <c:pt idx="1">
                  <c:v>Incremento 2</c:v>
                </c:pt>
                <c:pt idx="2">
                  <c:v>Restantes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26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8A-457B-BDA0-E6C4F9C5C4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7" name="Google Shape;54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9" name="Google Shape;55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5" name="Google Shape;64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5" name="Google Shape;68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7" name="Google Shape;72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65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2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686800" y="-1828800"/>
            <a:ext cx="6858000" cy="6858000"/>
          </a:xfrm>
          <a:prstGeom prst="ellipse">
            <a:avLst/>
          </a:prstGeom>
          <a:solidFill>
            <a:srgbClr val="143025"/>
          </a:solidFill>
          <a:ln w="12700" cap="flat" cmpd="sng">
            <a:solidFill>
              <a:srgbClr val="1430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601200" y="3200400"/>
            <a:ext cx="5029200" cy="5029200"/>
          </a:xfrm>
          <a:prstGeom prst="ellipse">
            <a:avLst/>
          </a:prstGeom>
          <a:solidFill>
            <a:srgbClr val="A88444"/>
          </a:solidFill>
          <a:ln w="12700" cap="flat" cmpd="sng">
            <a:solidFill>
              <a:srgbClr val="A88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1" descr="/home/claude/inc1_build/unab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4114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1554480" y="5029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L" sz="1300" b="1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UNIVERSIDAD ANDRÉS BELLO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554480" y="8686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100"/>
              <a:buFont typeface="Calibri"/>
              <a:buNone/>
            </a:pPr>
            <a:r>
              <a:rPr lang="es-CL" sz="1100" b="0" i="0" u="none" strike="noStrike" cap="none" noProof="0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Facultad de Ingeniería   •   Ingeniería de Software II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1874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300"/>
              <a:buFont typeface="Calibri"/>
              <a:buNone/>
            </a:pPr>
            <a:r>
              <a:rPr lang="es-CL" sz="13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INCREMENTO 2   •   ENTREGA SCRUM++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0080" y="23317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Georgia"/>
              <a:buNone/>
            </a:pPr>
            <a:r>
              <a:rPr lang="es-CL" sz="5000" b="1" i="0" u="none" strike="noStrike" cap="none" noProof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Sistema de Gestión de</a:t>
            </a:r>
            <a:endParaRPr lang="es-CL" sz="5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0080" y="30632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Georgia"/>
              <a:buNone/>
            </a:pPr>
            <a:r>
              <a:rPr lang="es-CL" sz="5000" b="1" i="0" u="none" strike="noStrike" cap="none" noProof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Inventario y Facturas</a:t>
            </a:r>
            <a:endParaRPr lang="es-CL" sz="5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40080" y="3931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3200"/>
              <a:buFont typeface="Georgia"/>
              <a:buNone/>
            </a:pPr>
            <a:r>
              <a:rPr lang="es-CL" sz="3200" b="0" i="1" u="none" strike="noStrike" cap="none" noProof="0" err="1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Minimarket</a:t>
            </a:r>
            <a:r>
              <a:rPr lang="es-CL" sz="3200" b="0" i="1" u="none" strike="noStrike" cap="none" noProof="0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s-CL" sz="3200" b="0" i="1" u="none" strike="noStrike" cap="none" noProof="0" err="1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Antucayen</a:t>
            </a:r>
            <a:endParaRPr lang="es-CL" sz="3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0080" y="4800600"/>
            <a:ext cx="45720" cy="1371600"/>
          </a:xfrm>
          <a:prstGeom prst="rect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22960" y="48006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22955" y="5120650"/>
            <a:ext cx="17487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Matías Ale Guajardo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Fabián Gómez Díaz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Erick Hernández</a:t>
            </a:r>
            <a:endParaRPr lang="es-CL" sz="1300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L" sz="1300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Diego Lobos</a:t>
            </a:r>
          </a:p>
        </p:txBody>
      </p:sp>
      <p:sp>
        <p:nvSpPr>
          <p:cNvPr id="28" name="Google Shape;28;p1"/>
          <p:cNvSpPr/>
          <p:nvPr/>
        </p:nvSpPr>
        <p:spPr>
          <a:xfrm>
            <a:off x="2708797" y="5120650"/>
            <a:ext cx="180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s-CL" sz="1300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Nicolás Isaac López Tapia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s-CL" sz="1300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Cristóbal Osorio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Felipe Salas Ortiz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7132320" y="51206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L" sz="11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Profesor:  Paulo </a:t>
            </a:r>
            <a:r>
              <a:rPr lang="es-CL" sz="1100" b="0" i="0" u="none" strike="noStrike" cap="none" noProof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Quinsacara</a:t>
            </a:r>
            <a:r>
              <a:rPr lang="es-CL" sz="11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Jofré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132320" y="54406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L" sz="11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Asignatura:  Ingeniería de Software II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132320" y="5760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L" sz="11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Fecha de entrega:  </a:t>
            </a:r>
            <a:r>
              <a:rPr lang="es-CL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lang="es-CL" sz="11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septiembre</a:t>
            </a:r>
            <a:r>
              <a:rPr lang="es-CL" sz="1100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1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2026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7132320" y="61264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000"/>
              <a:buFont typeface="Calibri"/>
              <a:buNone/>
            </a:pPr>
            <a:r>
              <a:rPr lang="es-CL" sz="1000" b="0" i="1" u="none" strike="noStrike" cap="none" noProof="0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Santiago, Chile   •   2026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400"/>
              <a:buFont typeface="Georgia"/>
              <a:buNone/>
            </a:pPr>
            <a:r>
              <a:rPr lang="es-CL" sz="44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Contenidos</a:t>
            </a:r>
            <a:endParaRPr lang="es-CL" sz="4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Georgia"/>
              <a:buNone/>
            </a:pPr>
            <a:r>
              <a:rPr lang="es-CL" sz="1400" b="0" i="1" u="none" strike="noStrike" cap="none" noProof="0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Recorrido de la presentación del Segundo Incremento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" y="182880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182880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85800" y="20574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85800" y="260604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Contexto del proyecto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85800" y="338328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770632" y="182880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770632" y="182880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999232" y="20574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999232" y="260604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Propuesta de solución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999232" y="338328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Arquitectura MVC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Java Swing + JDBC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084064" y="182880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084064" y="182880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312664" y="20574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312664" y="260604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Alcance del Incremento 2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312664" y="338328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Cobertura </a:t>
            </a:r>
            <a:r>
              <a:rPr lang="es-CL" sz="100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69,4</a:t>
            </a:r>
            <a:r>
              <a:rPr lang="es-CL" sz="1000" b="0" i="0" u="none" strike="noStrike" cap="none" noProof="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%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26 URs prioridad 2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397496" y="182880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7397496" y="182880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626096" y="20574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626096" y="260604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Traza de Incremento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626096" y="338328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CU-38 · CU-46 · CU-59 en gerundio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9710928" y="182880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9710928" y="182880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9939528" y="20574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9939528" y="260604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Vistas arquitectónicas 4+1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9939528" y="338328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Externa · Lógica · Procesos · Desarrollo · Física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57200" y="416052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57200" y="416052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85800" y="4389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85800" y="493776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Matriz de trazabilidad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85800" y="571500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UR ↔ CU ↔ Diagrama ↔ Prueba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2770632" y="416052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2770632" y="416052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2999232" y="4389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2999232" y="493776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Diagrama de secuencia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2999232" y="571500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Vista de Procesos · Figs. 4.3-4.5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084064" y="416052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084064" y="416052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312664" y="4389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312664" y="493776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Pruebas unitarias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5312664" y="571500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27 casos definidos · Tablas 5.1-5.5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7397496" y="416052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7397496" y="416052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7626096" y="4389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7626096" y="493776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Traza Scrum++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7626096" y="571500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Daily · </a:t>
            </a:r>
            <a:r>
              <a:rPr lang="es-CL" sz="1000" b="0" i="0" u="none" strike="noStrike" cap="none" noProof="0" err="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· Retrospective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9710928" y="4160520"/>
            <a:ext cx="2221992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9710928" y="4160520"/>
            <a:ext cx="73152" cy="2148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9939528" y="4389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400"/>
              <a:buFont typeface="Calibri"/>
              <a:buNone/>
            </a:pPr>
            <a:r>
              <a:rPr lang="es-CL" sz="14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9939528" y="4937760"/>
            <a:ext cx="185623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Demostración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9939528" y="5715000"/>
            <a:ext cx="18562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Sistema funcional en vivo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Minimarket</a:t>
            </a: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Antucayen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1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</a:t>
            </a: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s-CL" sz="40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1. Contexto del proyecto</a:t>
            </a:r>
            <a:endParaRPr lang="es-CL" sz="4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57200" y="1143000"/>
            <a:ext cx="6041571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s-CL" sz="1600" b="0" i="1" u="none" strike="noStrike" cap="none" noProof="0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Problemática diagnosticada en el Documento 0</a:t>
            </a:r>
            <a:endParaRPr lang="es-CL" sz="16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Doc 0 · §1-§2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57200" y="1828800"/>
            <a:ext cx="5943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s-CL" sz="1400" b="0" i="0" u="none" strike="noStrike" cap="none" noProof="0" err="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Minimarket</a:t>
            </a:r>
            <a:r>
              <a:rPr lang="es-CL" sz="14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400" b="0" i="0" u="none" strike="noStrike" cap="none" noProof="0" err="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Antucayen</a:t>
            </a:r>
            <a:r>
              <a:rPr lang="es-CL" sz="14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opera con dotación reducida. Sus procesos administrativos se gestionan con planillas físicas y archivos Excel no estructurados.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57200" y="2788920"/>
            <a:ext cx="5943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s-CL" sz="14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Esto genera pérdidas de tiempo, errores en la cuadratura de inventario y ausencia de trazabilidad de los movimientos de mercadería.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57200" y="4023360"/>
            <a:ext cx="1874520" cy="14630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57200" y="411480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5200"/>
              <a:buFont typeface="Georgia"/>
              <a:buNone/>
            </a:pPr>
            <a:r>
              <a:rPr lang="es-CL" sz="5200" b="1" dirty="0">
                <a:solidFill>
                  <a:srgbClr val="C2A063"/>
                </a:solidFill>
                <a:latin typeface="Georgia"/>
                <a:ea typeface="Calibri"/>
                <a:cs typeface="Calibri"/>
              </a:rPr>
              <a:t>72</a:t>
            </a:r>
            <a:endParaRPr lang="es-CL" sz="5200" b="1" i="0" u="none" strike="noStrike" cap="none" noProof="0" dirty="0">
              <a:solidFill>
                <a:srgbClr val="C2A063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57200" y="489204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Requerimientos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funcionales totales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2468880" y="4023360"/>
            <a:ext cx="1874520" cy="14630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468880" y="411480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5200"/>
              <a:buFont typeface="Georgia"/>
              <a:buNone/>
            </a:pPr>
            <a:r>
              <a:rPr lang="es-CL" sz="5200" b="1" i="0" u="none" strike="noStrike" cap="none" noProof="0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26</a:t>
            </a:r>
            <a:endParaRPr lang="es-CL" sz="5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2468880" y="489204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URs prioridad 2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el Incremento 2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480560" y="4023360"/>
            <a:ext cx="1874520" cy="14630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480560" y="411480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5200"/>
              <a:buFont typeface="Georgia"/>
              <a:buNone/>
            </a:pPr>
            <a:r>
              <a:rPr lang="es-CL" sz="5200" b="1">
                <a:solidFill>
                  <a:srgbClr val="C2A063"/>
                </a:solidFill>
                <a:latin typeface="Georgia"/>
                <a:ea typeface="Calibri"/>
                <a:cs typeface="Calibri"/>
                <a:sym typeface="Georgia"/>
              </a:rPr>
              <a:t>3</a:t>
            </a:r>
            <a:endParaRPr lang="es-CL" sz="5200" b="1" i="0" u="none" strike="noStrike" cap="none" noProof="0">
              <a:solidFill>
                <a:srgbClr val="C2A063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480560" y="489204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Actores definidos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el sistema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Minimarket</a:t>
            </a: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Antucayen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1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</a:t>
            </a: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2F91809-7EE6-234D-FD35-BEF838E4B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635029"/>
              </p:ext>
            </p:extLst>
          </p:nvPr>
        </p:nvGraphicFramePr>
        <p:xfrm>
          <a:off x="7274379" y="1142998"/>
          <a:ext cx="4429941" cy="53921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7407">
                  <a:extLst>
                    <a:ext uri="{9D8B030D-6E8A-4147-A177-3AD203B41FA5}">
                      <a16:colId xmlns:a16="http://schemas.microsoft.com/office/drawing/2014/main" val="3293334735"/>
                    </a:ext>
                  </a:extLst>
                </a:gridCol>
                <a:gridCol w="857407">
                  <a:extLst>
                    <a:ext uri="{9D8B030D-6E8A-4147-A177-3AD203B41FA5}">
                      <a16:colId xmlns:a16="http://schemas.microsoft.com/office/drawing/2014/main" val="2233784905"/>
                    </a:ext>
                  </a:extLst>
                </a:gridCol>
                <a:gridCol w="2715127">
                  <a:extLst>
                    <a:ext uri="{9D8B030D-6E8A-4147-A177-3AD203B41FA5}">
                      <a16:colId xmlns:a16="http://schemas.microsoft.com/office/drawing/2014/main" val="3027547112"/>
                    </a:ext>
                  </a:extLst>
                </a:gridCol>
              </a:tblGrid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Número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UR ID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Nombre</a:t>
                      </a: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909256479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​UR-04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​Consultando ficha de producto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522668128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​UR-06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​Visualizando stock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3733790013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​UR-09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​Registrando proveedor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1184153067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​UR-10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​Modificando proveedor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3202142327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​UR-11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​Registrando código interno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2068837684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​UR-14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​Modificando equivalencia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918512683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​UR-19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​Gestionando estado de factura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3330183030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​UR-22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​Reemplazando código por SKU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2338747852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​UR-23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​Marcando ítem observado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4067720873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​UR-24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​Excluyendo ítems observados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1134255931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​UR-26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​Corrigiendo equivalencia manual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3359181109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​UR-27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​Reprocesando factura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1984691934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​UR-32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​Importando archivo CSV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171552744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​UR-34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​Validando archivo importado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2022105346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​UR-35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​Listando errores de formato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1714727837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​UR-39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​Seleccionando modalidad de ajuste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2384465977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​UR-41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​Controlando confirmación de ajuste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456215305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​UR-44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​Registrando fecha y hora de ajuste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1017804443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​UR-45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​Registrando usuario de ajuste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3781520911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​UR-49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​Validando cantidad numérica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3095774209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​UR-50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​Rechazando cantidad negativa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136462244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​UR-51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​Detectando SKU duplicado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1968803568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​UR-52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​Resolviendo SKU duplicado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1481089256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​UR-53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​Bloqueando reprocesamiento automático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1520596588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​UR-54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​Autorizando reprocesamiento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4277267181"/>
                  </a:ext>
                </a:extLst>
              </a:tr>
              <a:tr h="199711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​UR-55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​Generando reporte de errores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53" marR="5453" marT="5453" marB="0" anchor="ctr"/>
                </a:tc>
                <a:extLst>
                  <a:ext uri="{0D108BD9-81ED-4DB2-BD59-A6C34878D82A}">
                    <a16:rowId xmlns:a16="http://schemas.microsoft.com/office/drawing/2014/main" val="23906547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s-CL" sz="40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2. Propuesta de solución</a:t>
            </a:r>
            <a:endParaRPr lang="es-CL" sz="4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s-CL" sz="1600" b="0" i="1" u="none" strike="noStrike" cap="none" noProof="0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Arquitectura MVC </a:t>
            </a:r>
            <a:endParaRPr lang="es-CL" sz="16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1" i="0" u="none" strike="noStrike" cap="none" noProof="0" err="1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</a:t>
            </a: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 2 · §2.1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s-CL" sz="14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Aplicación de escritorio Java Swing sobre patrón MVC en tres capas, </a:t>
            </a:r>
            <a:r>
              <a:rPr lang="es-CL" sz="1400" b="0" i="1" u="none" strike="noStrike" cap="none" noProof="0" err="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conectada directamente a</a:t>
            </a:r>
            <a:r>
              <a:rPr lang="es-CL" sz="14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MySQL 8.0 mediante JDBC — sin backend ni servicios REST.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57200" y="2377440"/>
            <a:ext cx="3703320" cy="365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57200" y="2377440"/>
            <a:ext cx="3703320" cy="118872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31520" y="256032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CAPA DE PRESENTACIÓN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31520" y="283464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s-CL" sz="2800" b="1" i="0" u="none" strike="noStrike" cap="none" noProof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Vista</a:t>
            </a:r>
            <a:endParaRPr lang="es-CL" sz="2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31520" y="329184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200"/>
              <a:buFont typeface="Georgia"/>
              <a:buNone/>
            </a:pPr>
            <a:r>
              <a:rPr lang="es-CL" sz="1200" b="0" i="1" u="none" strike="noStrike" cap="none" noProof="0">
                <a:solidFill>
                  <a:srgbClr val="B8D4C7"/>
                </a:solidFill>
                <a:latin typeface="Georgia"/>
                <a:ea typeface="Georgia"/>
                <a:cs typeface="Georgia"/>
                <a:sym typeface="Georgia"/>
              </a:rPr>
              <a:t>Java Swing</a:t>
            </a:r>
            <a:endParaRPr lang="es-CL" sz="1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777240" y="3840480"/>
            <a:ext cx="228600" cy="228600"/>
          </a:xfrm>
          <a:prstGeom prst="ellipse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143000" y="379476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JFrame y </a:t>
            </a:r>
            <a:r>
              <a:rPr lang="es-CL" sz="1300" b="0" i="0" u="none" strike="noStrike" cap="none" noProof="0" err="1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JDialog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777240" y="4480560"/>
            <a:ext cx="228600" cy="228600"/>
          </a:xfrm>
          <a:prstGeom prst="ellipse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143000" y="443484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Validación mínima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777240" y="5120640"/>
            <a:ext cx="228600" cy="228600"/>
          </a:xfrm>
          <a:prstGeom prst="ellipse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143000" y="507492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Eventos delegados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279392" y="2377440"/>
            <a:ext cx="3703320" cy="365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279392" y="2377440"/>
            <a:ext cx="3703320" cy="118872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553712" y="256032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CAPA DE NEGOCIO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553712" y="283464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s-CL" sz="2800" b="1" i="0" u="none" strike="noStrike" cap="none" noProof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Controlador</a:t>
            </a:r>
            <a:endParaRPr lang="es-CL" sz="2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553712" y="329184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200"/>
              <a:buFont typeface="Georgia"/>
              <a:buNone/>
            </a:pPr>
            <a:r>
              <a:rPr lang="es-CL" sz="1200" b="0" i="1" u="none" strike="noStrike" cap="none" noProof="0">
                <a:solidFill>
                  <a:srgbClr val="B8D4C7"/>
                </a:solidFill>
                <a:latin typeface="Georgia"/>
                <a:ea typeface="Georgia"/>
                <a:cs typeface="Georgia"/>
                <a:sym typeface="Georgia"/>
              </a:rPr>
              <a:t>Controlador Java (MVC)</a:t>
            </a:r>
            <a:endParaRPr lang="es-CL" sz="1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599432" y="3840480"/>
            <a:ext cx="228600" cy="228600"/>
          </a:xfrm>
          <a:prstGeom prst="ellipse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965192" y="379476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 err="1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Validaciones de entrada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599432" y="4480560"/>
            <a:ext cx="228600" cy="228600"/>
          </a:xfrm>
          <a:prstGeom prst="ellipse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965192" y="443484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Servicios de negocio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599432" y="5120640"/>
            <a:ext cx="228600" cy="228600"/>
          </a:xfrm>
          <a:prstGeom prst="ellipse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965192" y="507492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DAO / JDBC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8101584" y="2377440"/>
            <a:ext cx="3703320" cy="365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8101584" y="2377440"/>
            <a:ext cx="3703320" cy="118872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8375904" y="256032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CAPA DE DATOS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8375904" y="283464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s-CL" sz="2800" b="1" i="0" u="none" strike="noStrike" cap="none" noProof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Modelo</a:t>
            </a:r>
            <a:endParaRPr lang="es-CL" sz="2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8375904" y="329184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200"/>
              <a:buFont typeface="Georgia"/>
              <a:buNone/>
            </a:pPr>
            <a:r>
              <a:rPr lang="es-CL" sz="1200" i="1" dirty="0" err="1">
                <a:solidFill>
                  <a:srgbClr val="B8D4C7"/>
                </a:solidFill>
                <a:latin typeface="Georgia"/>
                <a:ea typeface="Calibri"/>
                <a:cs typeface="Calibri"/>
              </a:rPr>
              <a:t>MariaDB</a:t>
            </a:r>
            <a:endParaRPr lang="es-CL" sz="1200" b="0" i="1" u="none" strike="noStrike" cap="none" noProof="0" dirty="0" err="1">
              <a:solidFill>
                <a:srgbClr val="B8D4C7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8421624" y="3840480"/>
            <a:ext cx="228600" cy="228600"/>
          </a:xfrm>
          <a:prstGeom prst="ellipse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8787384" y="379476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Entidades persistentes del modelo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8421624" y="4480560"/>
            <a:ext cx="228600" cy="228600"/>
          </a:xfrm>
          <a:prstGeom prst="ellipse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8787384" y="443484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Integridad referencial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8421624" y="5120640"/>
            <a:ext cx="228600" cy="228600"/>
          </a:xfrm>
          <a:prstGeom prst="ellipse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8787384" y="507492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300"/>
              <a:buFont typeface="Calibri"/>
              <a:buNone/>
            </a:pPr>
            <a:r>
              <a:rPr lang="es-CL" sz="13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Respaldo diario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Minimarket</a:t>
            </a: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Antucayen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1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</a:t>
            </a: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s-CL" sz="40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3. Alcance del Incremento 2</a:t>
            </a:r>
            <a:endParaRPr lang="es-CL" sz="4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s-CL" sz="1600" b="0" i="1" u="none" strike="noStrike" cap="none" noProof="0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Cobertura sobre el backlog total del proyecto</a:t>
            </a:r>
            <a:endParaRPr lang="es-CL" sz="16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1" i="0" u="none" strike="noStrike" cap="none" noProof="0" err="1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</a:t>
            </a: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 2 · §2.2-§2.3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40080" y="20574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200"/>
              <a:buFont typeface="Calibri"/>
              <a:buNone/>
            </a:pPr>
            <a:r>
              <a:rPr lang="es-CL" sz="12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COBERTURA DEL BACKLOG</a:t>
            </a:r>
            <a:endParaRPr lang="es-CL" sz="1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532619" y="2606040"/>
            <a:ext cx="522810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0"/>
              <a:buFont typeface="Georgia"/>
              <a:buNone/>
            </a:pPr>
            <a:r>
              <a:rPr lang="es-CL" sz="9600" b="1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36,11</a:t>
            </a:r>
            <a:r>
              <a:rPr lang="es-CL" sz="9600" b="1" i="0" u="none" strike="noStrike" cap="none" noProof="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%</a:t>
            </a:r>
            <a:endParaRPr lang="es-CL" sz="9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71" name="Google Shape;171;p5"/>
          <p:cNvCxnSpPr/>
          <p:nvPr/>
        </p:nvCxnSpPr>
        <p:spPr>
          <a:xfrm>
            <a:off x="1828800" y="4617720"/>
            <a:ext cx="2743200" cy="0"/>
          </a:xfrm>
          <a:prstGeom prst="straightConnector1">
            <a:avLst/>
          </a:prstGeom>
          <a:noFill/>
          <a:ln w="1905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5"/>
          <p:cNvSpPr/>
          <p:nvPr/>
        </p:nvSpPr>
        <p:spPr>
          <a:xfrm>
            <a:off x="640080" y="4800600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200"/>
              <a:buFont typeface="Georgia"/>
              <a:buNone/>
            </a:pPr>
            <a:r>
              <a:rPr lang="es-CL" sz="1200" b="0" i="1" u="none" strike="noStrike" cap="none" noProof="0">
                <a:solidFill>
                  <a:srgbClr val="B8D4C7"/>
                </a:solidFill>
                <a:latin typeface="Georgia"/>
                <a:ea typeface="Georgia"/>
                <a:cs typeface="Georgia"/>
                <a:sym typeface="Georgia"/>
              </a:rPr>
              <a:t>Sobre el mínimo del 70 % exigido por la rúbrica para el primer incremento</a:t>
            </a:r>
            <a:endParaRPr lang="es-CL" sz="1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40080" y="5669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s-CL" sz="1200" b="1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r>
              <a:rPr lang="es-CL" sz="1200" b="1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s-CL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72 </a:t>
            </a:r>
            <a:r>
              <a:rPr lang="es-CL" sz="1200" b="1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URs · </a:t>
            </a:r>
            <a:endParaRPr lang="es-CL" sz="12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800"/>
              <a:buFont typeface="Georgia"/>
              <a:buNone/>
            </a:pPr>
            <a:r>
              <a:rPr lang="es-CL" sz="18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Desglose por incremento</a:t>
            </a: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5" name="Google Shape;175;p5"/>
          <p:cNvGraphicFramePr/>
          <p:nvPr>
            <p:extLst>
              <p:ext uri="{D42A27DB-BD31-4B8C-83A1-F6EECF244321}">
                <p14:modId xmlns:p14="http://schemas.microsoft.com/office/powerpoint/2010/main" val="2759037629"/>
              </p:ext>
            </p:extLst>
          </p:nvPr>
        </p:nvGraphicFramePr>
        <p:xfrm>
          <a:off x="6126480" y="2194560"/>
          <a:ext cx="3383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6" name="Google Shape;176;p5"/>
          <p:cNvSpPr/>
          <p:nvPr/>
        </p:nvSpPr>
        <p:spPr>
          <a:xfrm>
            <a:off x="6995160" y="3383280"/>
            <a:ext cx="1737360" cy="52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2800"/>
              <a:buFont typeface="Georgia"/>
              <a:buNone/>
            </a:pPr>
            <a:r>
              <a:rPr lang="es-CL" sz="2800" b="1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41,3</a:t>
            </a:r>
            <a:r>
              <a:rPr lang="es-CL" sz="28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 %</a:t>
            </a:r>
            <a:endParaRPr lang="es-CL" sz="2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995160" y="38633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Inc. </a:t>
            </a:r>
            <a:r>
              <a:rPr lang="es-CL" sz="1000" i="1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9464040" y="2340864"/>
            <a:ext cx="228600" cy="228600"/>
          </a:xfrm>
          <a:prstGeom prst="ellipse">
            <a:avLst/>
          </a:prstGeom>
          <a:solidFill>
            <a:srgbClr val="C2A063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9784080" y="2286000"/>
            <a:ext cx="130509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Incremento 1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10972800" y="2279765"/>
            <a:ext cx="103077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s-CL" sz="1100" b="0" i="1" u="none" strike="noStrike" cap="none" noProof="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24 URs · </a:t>
            </a:r>
            <a:r>
              <a:rPr lang="es-CL" sz="1100" i="1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33,3</a:t>
            </a:r>
            <a:r>
              <a:rPr lang="es-CL" sz="1100" b="0" i="1" u="none" strike="noStrike" cap="none" noProof="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%</a:t>
            </a:r>
            <a:endParaRPr lang="es-CL" sz="11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9464040" y="3049524"/>
            <a:ext cx="228600" cy="228600"/>
          </a:xfrm>
          <a:prstGeom prst="ellipse">
            <a:avLst/>
          </a:prstGeom>
          <a:solidFill>
            <a:srgbClr val="E5E7E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9784080" y="2994660"/>
            <a:ext cx="130509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Próximos incrementos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10972800" y="2994660"/>
            <a:ext cx="103077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>
              <a:buClr>
                <a:srgbClr val="475569"/>
              </a:buClr>
              <a:buSzPts val="1100"/>
              <a:buFont typeface="Calibri"/>
            </a:pPr>
            <a:r>
              <a:rPr lang="es-CL" sz="1100" i="1" noProof="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lang="es-CL" sz="1100" b="0" i="1" u="none" strike="noStrike" cap="none" noProof="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URs · </a:t>
            </a:r>
            <a:r>
              <a:rPr lang="es-CL" sz="1100" i="1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30,6 </a:t>
            </a:r>
            <a:r>
              <a:rPr lang="es-CL" sz="1100" b="0" i="1" u="none" strike="noStrike" cap="none" noProof="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lang="es-CL" sz="11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248402" y="5434802"/>
            <a:ext cx="554735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A88444"/>
              </a:buClr>
              <a:buSzPts val="1100"/>
            </a:pPr>
            <a:r>
              <a:rPr lang="es-CL" sz="1800" b="1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RF-32</a:t>
            </a:r>
            <a:r>
              <a:rPr lang="es-CL" sz="1800" b="1" i="0" u="none" strike="noStrike" cap="none" noProof="0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8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Importando archivo CSV de ajuste </a:t>
            </a:r>
            <a:endParaRPr lang="es-CL" sz="18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</a:pPr>
            <a:r>
              <a:rPr lang="es-CL" sz="1800" b="1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RF-55</a:t>
            </a:r>
            <a:r>
              <a:rPr lang="es-CL" sz="1800" b="1" i="0" u="none" strike="noStrike" cap="none" noProof="0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8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Generando reporte de errores</a:t>
            </a: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Minimarket</a:t>
            </a: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Antucayen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1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</a:t>
            </a: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78;p5">
            <a:extLst>
              <a:ext uri="{FF2B5EF4-FFF2-40B4-BE49-F238E27FC236}">
                <a16:creationId xmlns:a16="http://schemas.microsoft.com/office/drawing/2014/main" id="{CBC3B4AA-9F82-8D76-2A58-A79209139B44}"/>
              </a:ext>
            </a:extLst>
          </p:cNvPr>
          <p:cNvSpPr/>
          <p:nvPr/>
        </p:nvSpPr>
        <p:spPr>
          <a:xfrm>
            <a:off x="9464040" y="2707455"/>
            <a:ext cx="228600" cy="228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9;p5">
            <a:extLst>
              <a:ext uri="{FF2B5EF4-FFF2-40B4-BE49-F238E27FC236}">
                <a16:creationId xmlns:a16="http://schemas.microsoft.com/office/drawing/2014/main" id="{24F75330-BC95-4C61-8B34-E8900F0766FC}"/>
              </a:ext>
            </a:extLst>
          </p:cNvPr>
          <p:cNvSpPr/>
          <p:nvPr/>
        </p:nvSpPr>
        <p:spPr>
          <a:xfrm>
            <a:off x="9784080" y="2652591"/>
            <a:ext cx="130509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Incremento 2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80;p5">
            <a:extLst>
              <a:ext uri="{FF2B5EF4-FFF2-40B4-BE49-F238E27FC236}">
                <a16:creationId xmlns:a16="http://schemas.microsoft.com/office/drawing/2014/main" id="{A44B11BE-33E1-1434-2536-0A3517B947A6}"/>
              </a:ext>
            </a:extLst>
          </p:cNvPr>
          <p:cNvSpPr/>
          <p:nvPr/>
        </p:nvSpPr>
        <p:spPr>
          <a:xfrm>
            <a:off x="10972800" y="2646356"/>
            <a:ext cx="103077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s-CL" sz="1100" b="0" i="1" u="none" strike="noStrike" cap="none" noProof="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26 URs · </a:t>
            </a:r>
            <a:r>
              <a:rPr lang="es-CL" sz="1100" i="1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36,11</a:t>
            </a:r>
            <a:r>
              <a:rPr lang="es-CL" sz="1100" b="0" i="1" u="none" strike="noStrike" cap="none" noProof="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%</a:t>
            </a:r>
            <a:endParaRPr lang="es-CL" sz="11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s-CL" sz="40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4. Traza de Incremento</a:t>
            </a:r>
            <a:endParaRPr lang="es-CL" sz="4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s-CL" sz="1600" i="1" noProof="0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Dos ejemplos de los</a:t>
            </a:r>
            <a:r>
              <a:rPr lang="es-CL" sz="1600" b="0" i="1" u="none" strike="noStrike" cap="none" noProof="0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 8 casos de uso extendidos de este incremento</a:t>
            </a:r>
            <a:endParaRPr lang="es-CL" sz="16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1" i="0" u="none" strike="noStrike" cap="none" noProof="0" err="1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</a:t>
            </a: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000" b="1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 · §2.4 · Tabla 2.3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57200" y="2183553"/>
            <a:ext cx="11247120" cy="1325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57200" y="2183553"/>
            <a:ext cx="109728" cy="132588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777240" y="2320713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2600"/>
              <a:buFont typeface="Georgia"/>
              <a:buNone/>
            </a:pPr>
            <a:r>
              <a:rPr lang="es-CL" sz="2600" b="1" noProof="0">
                <a:solidFill>
                  <a:srgbClr val="1B3F2F"/>
                </a:solidFill>
                <a:latin typeface="Georgia"/>
                <a:ea typeface="Calibri"/>
                <a:cs typeface="Calibri"/>
                <a:sym typeface="Georgia"/>
              </a:rPr>
              <a:t>CU-43</a:t>
            </a:r>
            <a:endParaRPr lang="es-CL" sz="26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2286000" y="2366433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Reemplazando Código por SKU</a:t>
            </a:r>
            <a:endParaRPr lang="es-CL" sz="1800" b="0" i="0" u="none" strike="noStrike" cap="none" noProof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9692640" y="2384721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s-CL" sz="11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RF-22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777240" y="2869353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Empareja automáticamente el código interno del proveedor con el SKU del sistema al procesar una factura; si no hay coincidencia, el ítem queda marcado como observado. </a:t>
            </a:r>
            <a:endParaRPr lang="es-CL" sz="1100" b="0" i="0" u="none" strike="noStrike" cap="none" noProof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9692640" y="2960793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8444"/>
              </a:buClr>
              <a:buSzPts val="1000"/>
              <a:buFont typeface="Calibri"/>
              <a:buNone/>
            </a:pPr>
            <a:r>
              <a:rPr lang="es-CL" sz="1000" b="1" i="0" u="none" strike="noStrike" cap="none" noProof="0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Actor: Administrador y Bodeguero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57200" y="4103793"/>
            <a:ext cx="11247120" cy="1325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57200" y="4103793"/>
            <a:ext cx="109728" cy="132588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777240" y="4240953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2600"/>
              <a:buFont typeface="Georgia"/>
              <a:buNone/>
            </a:pPr>
            <a:r>
              <a:rPr lang="es-CL" sz="26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CU-49</a:t>
            </a:r>
            <a:endParaRPr lang="es-CL" sz="26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2286000" y="4286673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Validando Archivo Importado y Controlando Errores</a:t>
            </a:r>
            <a:endParaRPr lang="es-CL" sz="1800" b="1" i="0" u="none" strike="noStrike" cap="none" noProof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9683496" y="4344246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RF-32</a:t>
            </a:r>
            <a:endParaRPr lang="es-CL" noProof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RF-34</a:t>
            </a:r>
            <a:endParaRPr lang="es-CL" noProof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RF-35</a:t>
            </a:r>
            <a:endParaRPr lang="es-CL" noProof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RF-49</a:t>
            </a:r>
            <a:endParaRPr lang="es-CL" noProof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RF-50</a:t>
            </a:r>
            <a:endParaRPr lang="es-CL" noProof="0"/>
          </a:p>
        </p:txBody>
      </p:sp>
      <p:sp>
        <p:nvSpPr>
          <p:cNvPr id="208" name="Google Shape;208;p6"/>
          <p:cNvSpPr/>
          <p:nvPr/>
        </p:nvSpPr>
        <p:spPr>
          <a:xfrm>
            <a:off x="777240" y="4789593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Valida la estructura completa del archivo CSV/Excel antes de aplicar cambios al inventario, detecta cantidades no numéricas o negativas y genera un listado de errores por fila y columna.</a:t>
            </a:r>
            <a:endParaRPr lang="es-CL" sz="1100" b="0" i="0" u="none" strike="noStrike" cap="none" noProof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9692640" y="4881033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Actor: Administrador y Bodeguero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Minimarket</a:t>
            </a: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Antucayen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1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</a:t>
            </a: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s-CL" sz="40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5. Vistas arquitectónicas 4+1</a:t>
            </a:r>
            <a:endParaRPr lang="es-CL" sz="4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s-CL" sz="1600" i="1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Modelo</a:t>
            </a:r>
            <a:r>
              <a:rPr lang="es-CL" sz="1600" b="0" i="1" u="none" strike="noStrike" cap="none" noProof="0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 cinco vistas complementarias</a:t>
            </a:r>
            <a:endParaRPr lang="es-CL" sz="16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1" i="0" u="none" strike="noStrike" cap="none" noProof="0" err="1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</a:t>
            </a: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 2 · §4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457200" y="1783080"/>
            <a:ext cx="214884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57200" y="1783080"/>
            <a:ext cx="73152" cy="246888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85800" y="19659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200"/>
              <a:buFont typeface="Calibri"/>
              <a:buNone/>
            </a:pPr>
            <a:r>
              <a:rPr lang="es-CL" sz="12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§4.1</a:t>
            </a:r>
            <a:endParaRPr lang="es-CL" sz="1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1143000" y="2423160"/>
            <a:ext cx="777240" cy="777240"/>
          </a:xfrm>
          <a:prstGeom prst="ellipse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1143000" y="24231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400"/>
              <a:buFont typeface="Georgia"/>
              <a:buNone/>
            </a:pPr>
            <a:r>
              <a:rPr lang="es-CL" sz="2400" b="1" i="0" u="none" strike="noStrike" cap="none" noProof="0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U</a:t>
            </a:r>
            <a:endParaRPr lang="es-CL" sz="2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594360" y="33375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Vista Externa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594360" y="37033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Casos de Uso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594360" y="397764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8444"/>
              </a:buClr>
              <a:buSzPts val="900"/>
              <a:buFont typeface="Calibri"/>
              <a:buNone/>
            </a:pPr>
            <a:r>
              <a:rPr lang="es-CL" sz="900" b="1" i="0" u="none" strike="noStrike" cap="none" noProof="0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Figura 4.1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2743200" y="1783080"/>
            <a:ext cx="214884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2743200" y="1783080"/>
            <a:ext cx="73152" cy="246888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2971800" y="19659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200"/>
              <a:buFont typeface="Calibri"/>
              <a:buNone/>
            </a:pPr>
            <a:r>
              <a:rPr lang="es-CL" sz="12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§4.2</a:t>
            </a:r>
            <a:endParaRPr lang="es-CL" sz="1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3429000" y="2423160"/>
            <a:ext cx="777240" cy="777240"/>
          </a:xfrm>
          <a:prstGeom prst="ellipse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3429000" y="24231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400"/>
              <a:buFont typeface="Georgia"/>
              <a:buNone/>
            </a:pPr>
            <a:r>
              <a:rPr lang="es-CL" sz="2400" b="1" i="0" u="none" strike="noStrike" cap="none" noProof="0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L</a:t>
            </a:r>
            <a:endParaRPr lang="es-CL" sz="2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2880360" y="33375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Vista Lógica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2880360" y="37033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Clases + MERE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2880360" y="397764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8444"/>
              </a:buClr>
              <a:buSzPts val="900"/>
              <a:buFont typeface="Calibri"/>
              <a:buNone/>
            </a:pPr>
            <a:r>
              <a:rPr lang="es-CL" sz="900" b="1" i="0" u="none" strike="noStrike" cap="none" noProof="0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Figura 4.2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5029200" y="1783080"/>
            <a:ext cx="214884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029200" y="1783080"/>
            <a:ext cx="73152" cy="246888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5257800" y="19659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200"/>
              <a:buFont typeface="Calibri"/>
              <a:buNone/>
            </a:pPr>
            <a:r>
              <a:rPr lang="es-CL" sz="12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§4.3</a:t>
            </a:r>
            <a:endParaRPr lang="es-CL" sz="1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715000" y="2423160"/>
            <a:ext cx="777240" cy="777240"/>
          </a:xfrm>
          <a:prstGeom prst="ellipse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715000" y="24231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400"/>
              <a:buFont typeface="Georgia"/>
              <a:buNone/>
            </a:pPr>
            <a:r>
              <a:rPr lang="es-CL" sz="2400" b="1" i="0" u="none" strike="noStrike" cap="none" noProof="0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P</a:t>
            </a:r>
            <a:endParaRPr lang="es-CL" sz="2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166360" y="33375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Vista de Procesos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5166360" y="37033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Diagrama de Secuencia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5166360" y="397764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8444"/>
              </a:buClr>
              <a:buSzPts val="900"/>
              <a:buFont typeface="Calibri"/>
              <a:buNone/>
            </a:pPr>
            <a:r>
              <a:rPr lang="es-CL" sz="900" b="1" i="0" u="none" strike="noStrike" cap="none" noProof="0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Figuras 4.3-4.5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7315200" y="1783080"/>
            <a:ext cx="214884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7315200" y="1783080"/>
            <a:ext cx="73152" cy="246888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7543800" y="19659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200"/>
              <a:buFont typeface="Calibri"/>
              <a:buNone/>
            </a:pPr>
            <a:r>
              <a:rPr lang="es-CL" sz="12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§4.4</a:t>
            </a:r>
            <a:endParaRPr lang="es-CL" sz="1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8001000" y="2423160"/>
            <a:ext cx="777240" cy="777240"/>
          </a:xfrm>
          <a:prstGeom prst="ellipse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8001000" y="24231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400"/>
              <a:buFont typeface="Georgia"/>
              <a:buNone/>
            </a:pPr>
            <a:r>
              <a:rPr lang="es-CL" sz="2400" b="1" i="0" u="none" strike="noStrike" cap="none" noProof="0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endParaRPr lang="es-CL" sz="2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7452360" y="33375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Vista de Desarrollo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7452360" y="37033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Componentes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7452360" y="397764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8444"/>
              </a:buClr>
              <a:buSzPts val="900"/>
              <a:buFont typeface="Calibri"/>
              <a:buNone/>
            </a:pPr>
            <a:r>
              <a:rPr lang="es-CL" sz="900" b="1" i="0" u="none" strike="noStrike" cap="none" noProof="0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Figura 4.6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9601200" y="1783080"/>
            <a:ext cx="214884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9601200" y="1783080"/>
            <a:ext cx="73152" cy="246888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9829800" y="19659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200"/>
              <a:buFont typeface="Calibri"/>
              <a:buNone/>
            </a:pPr>
            <a:r>
              <a:rPr lang="es-CL" sz="12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§4.5</a:t>
            </a:r>
            <a:endParaRPr lang="es-CL" sz="1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10287000" y="2423160"/>
            <a:ext cx="777240" cy="777240"/>
          </a:xfrm>
          <a:prstGeom prst="ellipse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10287000" y="24231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400"/>
              <a:buFont typeface="Georgia"/>
              <a:buNone/>
            </a:pPr>
            <a:r>
              <a:rPr lang="es-CL" sz="2400" b="1" i="0" u="none" strike="noStrike" cap="none" noProof="0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endParaRPr lang="es-CL" sz="2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9738360" y="333756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Vista Física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9738360" y="37033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9738360" y="397764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8444"/>
              </a:buClr>
              <a:buSzPts val="900"/>
              <a:buFont typeface="Calibri"/>
              <a:buNone/>
            </a:pPr>
            <a:r>
              <a:rPr lang="es-CL" sz="900" b="1" i="0" u="none" strike="noStrike" cap="none" noProof="0">
                <a:solidFill>
                  <a:srgbClr val="A88444"/>
                </a:solidFill>
                <a:latin typeface="Calibri"/>
                <a:ea typeface="Calibri"/>
                <a:cs typeface="Calibri"/>
                <a:sym typeface="Calibri"/>
              </a:rPr>
              <a:t>Sin cambios (Inc. 1)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457200" y="4434840"/>
            <a:ext cx="11247120" cy="178308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57200" y="4434840"/>
            <a:ext cx="109728" cy="1783080"/>
          </a:xfrm>
          <a:prstGeom prst="rect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777240" y="45720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FOCO DE ESTA PRESENTACIÓN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777240" y="49377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s-CL" sz="2200" b="1" i="0" u="none" strike="noStrike" cap="none" noProof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Vista de Procesos · §4.3 · Figuras 4.3-4.5</a:t>
            </a:r>
            <a:endParaRPr lang="es-CL" sz="2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777240" y="54864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200"/>
              <a:buFont typeface="Calibri"/>
              <a:buNone/>
            </a:pPr>
            <a:r>
              <a:rPr lang="es-CL" sz="1200" b="0" i="0" u="none" strike="noStrike" cap="none" noProof="0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Los tres diagramas de secuencia (Figuras 4.3, 4.4 y 4.5) muestran cómo los objetos colaboran a través de las capas MVC en los tres bloques funcionales del incremento: registro/consulta de factura, procesamiento de factura, e importación/validación de archivo.</a:t>
            </a:r>
            <a:endParaRPr lang="es-CL" sz="1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Minimarket</a:t>
            </a: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Antucayen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1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</a:t>
            </a: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"/>
          <p:cNvSpPr/>
          <p:nvPr/>
        </p:nvSpPr>
        <p:spPr>
          <a:xfrm>
            <a:off x="78154" y="39077"/>
            <a:ext cx="12192000" cy="6858000"/>
          </a:xfrm>
          <a:prstGeom prst="rect">
            <a:avLst/>
          </a:prstGeom>
          <a:solidFill>
            <a:srgbClr val="FEFE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5"/>
          <p:cNvSpPr txBox="1"/>
          <p:nvPr/>
        </p:nvSpPr>
        <p:spPr>
          <a:xfrm>
            <a:off x="502920" y="274320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i="0" u="none" strike="noStrike" cap="none" noProof="0">
                <a:solidFill>
                  <a:srgbClr val="1F4133"/>
                </a:solidFill>
                <a:latin typeface="Georgia"/>
                <a:ea typeface="Georgia"/>
                <a:cs typeface="Georgia"/>
                <a:sym typeface="Georgia"/>
              </a:rPr>
              <a:t>5.1. Vista Externa · Casos de Uso</a:t>
            </a:r>
            <a:endParaRPr lang="es-CL" noProof="0"/>
          </a:p>
        </p:txBody>
      </p:sp>
      <p:sp>
        <p:nvSpPr>
          <p:cNvPr id="281" name="Google Shape;281;p15"/>
          <p:cNvSpPr txBox="1"/>
          <p:nvPr/>
        </p:nvSpPr>
        <p:spPr>
          <a:xfrm>
            <a:off x="502920" y="960120"/>
            <a:ext cx="932688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0" i="1" u="none" strike="noStrike" cap="none" noProof="0">
                <a:solidFill>
                  <a:srgbClr val="3C4640"/>
                </a:solidFill>
                <a:latin typeface="Georgia"/>
                <a:ea typeface="Georgia"/>
                <a:cs typeface="Georgia"/>
                <a:sym typeface="Georgia"/>
              </a:rPr>
              <a:t>Figura 4.1 · 3 actores · 35 </a:t>
            </a:r>
            <a:r>
              <a:rPr lang="es-CL" sz="1300" b="0" i="1" u="none" strike="noStrike" cap="none" noProof="0" err="1">
                <a:solidFill>
                  <a:srgbClr val="3C4640"/>
                </a:solidFill>
                <a:latin typeface="Georgia"/>
                <a:ea typeface="Georgia"/>
                <a:cs typeface="Georgia"/>
                <a:sym typeface="Georgia"/>
              </a:rPr>
              <a:t>CUs</a:t>
            </a:r>
            <a:r>
              <a:rPr lang="es-CL" sz="1300" b="0" i="1" u="none" strike="noStrike" cap="none" noProof="0">
                <a:solidFill>
                  <a:srgbClr val="3C4640"/>
                </a:solidFill>
                <a:latin typeface="Georgia"/>
                <a:ea typeface="Georgia"/>
                <a:cs typeface="Georgia"/>
                <a:sym typeface="Georgia"/>
              </a:rPr>
              <a:t> atómicos · representativos del Incremento </a:t>
            </a:r>
            <a:r>
              <a:rPr lang="es-CL" sz="1300" i="1">
                <a:solidFill>
                  <a:srgbClr val="3C464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lang="es-CL" noProof="0"/>
          </a:p>
        </p:txBody>
      </p:sp>
      <p:sp>
        <p:nvSpPr>
          <p:cNvPr id="282" name="Google Shape;282;p15"/>
          <p:cNvSpPr/>
          <p:nvPr/>
        </p:nvSpPr>
        <p:spPr>
          <a:xfrm>
            <a:off x="9921240" y="320040"/>
            <a:ext cx="1920240" cy="502920"/>
          </a:xfrm>
          <a:prstGeom prst="rect">
            <a:avLst/>
          </a:prstGeom>
          <a:solidFill>
            <a:srgbClr val="F5F0E1"/>
          </a:solidFill>
          <a:ln w="12700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5"/>
          <p:cNvSpPr txBox="1"/>
          <p:nvPr/>
        </p:nvSpPr>
        <p:spPr>
          <a:xfrm>
            <a:off x="9921240" y="494556"/>
            <a:ext cx="192024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/>
            <a:r>
              <a:rPr lang="es-CL" sz="10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Inc</a:t>
            </a:r>
            <a:r>
              <a:rPr lang="es-CL" sz="1000" b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 2</a:t>
            </a:r>
            <a:r>
              <a:rPr lang="es-CL" sz="10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 · §4.1</a:t>
            </a:r>
            <a:endParaRPr lang="es-CL" noProof="0"/>
          </a:p>
        </p:txBody>
      </p:sp>
      <p:sp>
        <p:nvSpPr>
          <p:cNvPr id="284" name="Google Shape;284;p15"/>
          <p:cNvSpPr/>
          <p:nvPr/>
        </p:nvSpPr>
        <p:spPr>
          <a:xfrm>
            <a:off x="3840480" y="1691640"/>
            <a:ext cx="6858000" cy="4206240"/>
          </a:xfrm>
          <a:prstGeom prst="rect">
            <a:avLst/>
          </a:prstGeom>
          <a:solidFill>
            <a:srgbClr val="FEFEFD"/>
          </a:solidFill>
          <a:ln w="19050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  <a:p>
            <a:pPr algn="ctr"/>
            <a:endParaRPr lang="es-CL">
              <a:solidFill>
                <a:schemeClr val="lt1"/>
              </a:solidFill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3840480" y="164592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i="0" u="none" strike="noStrike" cap="none" noProof="0">
                <a:solidFill>
                  <a:srgbClr val="1F4133"/>
                </a:solidFill>
                <a:latin typeface="Georgia"/>
                <a:ea typeface="Georgia"/>
                <a:cs typeface="Georgia"/>
                <a:sym typeface="Georgia"/>
              </a:rPr>
              <a:t>Sistema de Gestión de Inventario y Facturas</a:t>
            </a:r>
            <a:endParaRPr lang="es-CL" noProof="0"/>
          </a:p>
        </p:txBody>
      </p:sp>
      <p:sp>
        <p:nvSpPr>
          <p:cNvPr id="286" name="Google Shape;286;p15"/>
          <p:cNvSpPr/>
          <p:nvPr/>
        </p:nvSpPr>
        <p:spPr>
          <a:xfrm>
            <a:off x="5303520" y="2168487"/>
            <a:ext cx="2011680" cy="777240"/>
          </a:xfrm>
          <a:prstGeom prst="ellipse">
            <a:avLst/>
          </a:prstGeom>
          <a:solidFill>
            <a:srgbClr val="2E5530"/>
          </a:solidFill>
          <a:ln w="1587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5"/>
          <p:cNvSpPr txBox="1"/>
          <p:nvPr/>
        </p:nvSpPr>
        <p:spPr>
          <a:xfrm>
            <a:off x="6028032" y="2288065"/>
            <a:ext cx="562655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 strike="noStrike" cap="none" noProof="0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CU-01</a:t>
            </a:r>
            <a:endParaRPr lang="es-CL" noProof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Registrando</a:t>
            </a:r>
            <a:br>
              <a:rPr lang="es-CL" sz="9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9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Productos</a:t>
            </a:r>
            <a:endParaRPr lang="es-CL" noProof="0"/>
          </a:p>
        </p:txBody>
      </p:sp>
      <p:sp>
        <p:nvSpPr>
          <p:cNvPr id="288" name="Google Shape;288;p15"/>
          <p:cNvSpPr txBox="1"/>
          <p:nvPr/>
        </p:nvSpPr>
        <p:spPr>
          <a:xfrm>
            <a:off x="7406640" y="2333005"/>
            <a:ext cx="13716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1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RF-01 </a:t>
            </a:r>
            <a:endParaRPr lang="es-CL" noProof="0"/>
          </a:p>
        </p:txBody>
      </p:sp>
      <p:sp>
        <p:nvSpPr>
          <p:cNvPr id="289" name="Google Shape;289;p15"/>
          <p:cNvSpPr/>
          <p:nvPr/>
        </p:nvSpPr>
        <p:spPr>
          <a:xfrm>
            <a:off x="5303520" y="3082887"/>
            <a:ext cx="2011680" cy="777240"/>
          </a:xfrm>
          <a:prstGeom prst="ellipse">
            <a:avLst/>
          </a:prstGeom>
          <a:solidFill>
            <a:srgbClr val="2E5530"/>
          </a:solidFill>
          <a:ln w="1587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5623275" y="3211646"/>
            <a:ext cx="1372171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 strike="noStrike" cap="none" noProof="0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CU-27</a:t>
            </a:r>
            <a:endParaRPr lang="es-CL" noProof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Importando </a:t>
            </a:r>
            <a:r>
              <a:rPr lang="es-CL" sz="900" b="0" i="0" u="none" strike="noStrike" cap="none" noProof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Archico</a:t>
            </a:r>
            <a:r>
              <a:rPr lang="es-CL" sz="9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Excel de </a:t>
            </a:r>
            <a:br>
              <a:rPr lang="es-CL" sz="9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9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Ajuste Inventario</a:t>
            </a:r>
          </a:p>
        </p:txBody>
      </p:sp>
      <p:sp>
        <p:nvSpPr>
          <p:cNvPr id="291" name="Google Shape;291;p15"/>
          <p:cNvSpPr txBox="1"/>
          <p:nvPr/>
        </p:nvSpPr>
        <p:spPr>
          <a:xfrm>
            <a:off x="7149580" y="3128056"/>
            <a:ext cx="13716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1" u="none" strike="noStrike" cap="none" noProof="0">
                <a:solidFill>
                  <a:srgbClr val="B58A2C"/>
                </a:solidFill>
                <a:latin typeface="Arial"/>
                <a:ea typeface="Arial"/>
                <a:cs typeface="Arial"/>
                <a:sym typeface="Arial"/>
              </a:rPr>
              <a:t>RF-31-RF-33</a:t>
            </a:r>
            <a:endParaRPr lang="es-CL" sz="900" b="0" i="0" u="none" strike="noStrike" cap="none" noProof="0">
              <a:solidFill>
                <a:srgbClr val="B58A2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1" u="none" strike="noStrike" cap="none" noProof="0">
                <a:solidFill>
                  <a:srgbClr val="B58A2C"/>
                </a:solidFill>
                <a:latin typeface="Arial"/>
                <a:ea typeface="Arial"/>
                <a:cs typeface="Arial"/>
                <a:sym typeface="Arial"/>
              </a:rPr>
              <a:t>RF-38</a:t>
            </a:r>
            <a:endParaRPr lang="es-CL" sz="900" b="0" i="0" u="none" strike="noStrike" cap="none" noProof="0">
              <a:solidFill>
                <a:srgbClr val="B58A2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1" u="none" strike="noStrike" cap="none" noProof="0">
                <a:solidFill>
                  <a:srgbClr val="B58A2C"/>
                </a:solidFill>
                <a:latin typeface="Arial"/>
                <a:ea typeface="Arial"/>
                <a:cs typeface="Arial"/>
                <a:sym typeface="Arial"/>
              </a:rPr>
              <a:t>RF-40</a:t>
            </a:r>
            <a:endParaRPr lang="es-CL" sz="900" b="0" i="0" u="none" strike="noStrike" cap="none" noProof="0">
              <a:solidFill>
                <a:srgbClr val="B58A2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1" u="none" strike="noStrike" cap="none" noProof="0">
                <a:solidFill>
                  <a:srgbClr val="B58A2C"/>
                </a:solidFill>
                <a:latin typeface="Arial"/>
                <a:ea typeface="Arial"/>
                <a:cs typeface="Arial"/>
                <a:sym typeface="Arial"/>
              </a:rPr>
              <a:t>RF-42-RF43</a:t>
            </a:r>
            <a:endParaRPr lang="es-CL" sz="900" b="0" i="0" u="none" strike="noStrike" cap="none" noProof="0">
              <a:solidFill>
                <a:srgbClr val="B58A2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1" u="none" strike="noStrike" cap="none" noProof="0">
                <a:solidFill>
                  <a:srgbClr val="B58A2C"/>
                </a:solidFill>
                <a:latin typeface="Arial"/>
                <a:ea typeface="Arial"/>
                <a:cs typeface="Arial"/>
                <a:sym typeface="Arial"/>
              </a:rPr>
              <a:t>RF-48</a:t>
            </a: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5257616" y="4190082"/>
            <a:ext cx="2011680" cy="777240"/>
          </a:xfrm>
          <a:prstGeom prst="ellipse">
            <a:avLst/>
          </a:prstGeom>
          <a:solidFill>
            <a:srgbClr val="2E5530"/>
          </a:solidFill>
          <a:ln w="1587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5602437" y="4300480"/>
            <a:ext cx="14138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 strike="noStrike" cap="none" noProof="0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CU-35</a:t>
            </a:r>
            <a:endParaRPr lang="es-CL" noProof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Controlando</a:t>
            </a:r>
            <a:br>
              <a:rPr lang="es-CL" sz="9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9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Acceso mediante credenciales</a:t>
            </a:r>
          </a:p>
        </p:txBody>
      </p:sp>
      <p:sp>
        <p:nvSpPr>
          <p:cNvPr id="294" name="Google Shape;294;p15"/>
          <p:cNvSpPr txBox="1"/>
          <p:nvPr/>
        </p:nvSpPr>
        <p:spPr>
          <a:xfrm>
            <a:off x="7406640" y="4336239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1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RF-62, RF-63</a:t>
            </a:r>
            <a:endParaRPr lang="es-CL" noProof="0"/>
          </a:p>
        </p:txBody>
      </p:sp>
      <p:sp>
        <p:nvSpPr>
          <p:cNvPr id="295" name="Google Shape;295;p15"/>
          <p:cNvSpPr/>
          <p:nvPr/>
        </p:nvSpPr>
        <p:spPr>
          <a:xfrm>
            <a:off x="1805940" y="1783080"/>
            <a:ext cx="411480" cy="411480"/>
          </a:xfrm>
          <a:prstGeom prst="ellipse">
            <a:avLst/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1714500" y="2214560"/>
            <a:ext cx="594360" cy="502920"/>
          </a:xfrm>
          <a:prstGeom prst="triangle">
            <a:avLst>
              <a:gd name="adj" fmla="val 50000"/>
            </a:avLst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1097280" y="27632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lang="es-CL" noProof="0"/>
          </a:p>
        </p:txBody>
      </p:sp>
      <p:sp>
        <p:nvSpPr>
          <p:cNvPr id="298" name="Google Shape;298;p15"/>
          <p:cNvSpPr txBox="1"/>
          <p:nvPr/>
        </p:nvSpPr>
        <p:spPr>
          <a:xfrm>
            <a:off x="1097280" y="299180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Acceso total</a:t>
            </a:r>
            <a:endParaRPr lang="es-CL" noProof="0"/>
          </a:p>
        </p:txBody>
      </p:sp>
      <p:sp>
        <p:nvSpPr>
          <p:cNvPr id="299" name="Google Shape;299;p15"/>
          <p:cNvSpPr/>
          <p:nvPr/>
        </p:nvSpPr>
        <p:spPr>
          <a:xfrm>
            <a:off x="1805940" y="3108960"/>
            <a:ext cx="411480" cy="411480"/>
          </a:xfrm>
          <a:prstGeom prst="ellipse">
            <a:avLst/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1714500" y="3540440"/>
            <a:ext cx="594360" cy="502920"/>
          </a:xfrm>
          <a:prstGeom prst="triangle">
            <a:avLst>
              <a:gd name="adj" fmla="val 50000"/>
            </a:avLst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1097280" y="40890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Bodeguero</a:t>
            </a:r>
            <a:endParaRPr lang="es-CL" noProof="0"/>
          </a:p>
        </p:txBody>
      </p:sp>
      <p:sp>
        <p:nvSpPr>
          <p:cNvPr id="302" name="Google Shape;302;p15"/>
          <p:cNvSpPr txBox="1"/>
          <p:nvPr/>
        </p:nvSpPr>
        <p:spPr>
          <a:xfrm>
            <a:off x="1097280" y="43176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Inventario</a:t>
            </a:r>
            <a:endParaRPr lang="es-CL" noProof="0"/>
          </a:p>
        </p:txBody>
      </p:sp>
      <p:sp>
        <p:nvSpPr>
          <p:cNvPr id="303" name="Google Shape;303;p15"/>
          <p:cNvSpPr/>
          <p:nvPr/>
        </p:nvSpPr>
        <p:spPr>
          <a:xfrm>
            <a:off x="1805940" y="4434840"/>
            <a:ext cx="411480" cy="411480"/>
          </a:xfrm>
          <a:prstGeom prst="ellipse">
            <a:avLst/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1714500" y="4866320"/>
            <a:ext cx="594360" cy="502920"/>
          </a:xfrm>
          <a:prstGeom prst="triangle">
            <a:avLst>
              <a:gd name="adj" fmla="val 50000"/>
            </a:avLst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5"/>
          <p:cNvSpPr txBox="1"/>
          <p:nvPr/>
        </p:nvSpPr>
        <p:spPr>
          <a:xfrm>
            <a:off x="1097280" y="54149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Cajero</a:t>
            </a:r>
            <a:endParaRPr lang="es-CL" noProof="0"/>
          </a:p>
        </p:txBody>
      </p:sp>
      <p:sp>
        <p:nvSpPr>
          <p:cNvPr id="306" name="Google Shape;306;p15"/>
          <p:cNvSpPr txBox="1"/>
          <p:nvPr/>
        </p:nvSpPr>
        <p:spPr>
          <a:xfrm>
            <a:off x="1097280" y="564356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Solo consulta</a:t>
            </a:r>
            <a:endParaRPr lang="es-CL" noProof="0"/>
          </a:p>
        </p:txBody>
      </p:sp>
      <p:cxnSp>
        <p:nvCxnSpPr>
          <p:cNvPr id="307" name="Google Shape;307;p15"/>
          <p:cNvCxnSpPr/>
          <p:nvPr/>
        </p:nvCxnSpPr>
        <p:spPr>
          <a:xfrm>
            <a:off x="2011680" y="2475200"/>
            <a:ext cx="3310201" cy="45183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08" name="Google Shape;308;p15"/>
          <p:cNvCxnSpPr/>
          <p:nvPr/>
        </p:nvCxnSpPr>
        <p:spPr>
          <a:xfrm>
            <a:off x="2011680" y="2466020"/>
            <a:ext cx="3301020" cy="913679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09" name="Google Shape;309;p15"/>
          <p:cNvCxnSpPr/>
          <p:nvPr/>
        </p:nvCxnSpPr>
        <p:spPr>
          <a:xfrm>
            <a:off x="2011680" y="2466020"/>
            <a:ext cx="3374466" cy="1910706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10" name="Google Shape;310;p15"/>
          <p:cNvCxnSpPr/>
          <p:nvPr/>
        </p:nvCxnSpPr>
        <p:spPr>
          <a:xfrm rot="10800000" flipH="1">
            <a:off x="2103487" y="2700327"/>
            <a:ext cx="3291840" cy="1091573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11" name="Google Shape;311;p15"/>
          <p:cNvCxnSpPr/>
          <p:nvPr/>
        </p:nvCxnSpPr>
        <p:spPr>
          <a:xfrm rot="10800000" flipH="1">
            <a:off x="1993318" y="4560340"/>
            <a:ext cx="3301021" cy="640067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12" name="Google Shape;312;p15"/>
          <p:cNvSpPr/>
          <p:nvPr/>
        </p:nvSpPr>
        <p:spPr>
          <a:xfrm>
            <a:off x="502920" y="5852160"/>
            <a:ext cx="11338560" cy="502920"/>
          </a:xfrm>
          <a:prstGeom prst="rect">
            <a:avLst/>
          </a:prstGeom>
          <a:solidFill>
            <a:srgbClr val="1432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502920" y="5852160"/>
            <a:ext cx="73152" cy="502920"/>
          </a:xfrm>
          <a:prstGeom prst="rect">
            <a:avLst/>
          </a:prstGeom>
          <a:solidFill>
            <a:srgbClr val="B58A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5"/>
          <p:cNvSpPr txBox="1"/>
          <p:nvPr/>
        </p:nvSpPr>
        <p:spPr>
          <a:xfrm>
            <a:off x="777240" y="6018981"/>
            <a:ext cx="109728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s-CL" sz="1100" b="1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Trazabilidad — 3 actores · 3 </a:t>
            </a:r>
            <a:r>
              <a:rPr lang="es-CL" sz="1100" b="1" i="0" u="none" strike="noStrike" cap="none" noProof="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</a:t>
            </a:r>
            <a:r>
              <a:rPr lang="es-CL" sz="1100" b="1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representativos · </a:t>
            </a:r>
            <a:r>
              <a:rPr lang="es-CL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r>
              <a:rPr lang="es-CL" sz="1100" b="1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URs prioridad </a:t>
            </a:r>
            <a:r>
              <a:rPr lang="es-CL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2 </a:t>
            </a:r>
            <a:r>
              <a:rPr lang="es-CL" sz="1100" b="1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cubiertos en Inc.</a:t>
            </a:r>
            <a:r>
              <a:rPr lang="es-CL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CL" noProof="0" dirty="0"/>
          </a:p>
        </p:txBody>
      </p:sp>
      <p:cxnSp>
        <p:nvCxnSpPr>
          <p:cNvPr id="315" name="Google Shape;315;p15"/>
          <p:cNvCxnSpPr/>
          <p:nvPr/>
        </p:nvCxnSpPr>
        <p:spPr>
          <a:xfrm rot="10800000" flipH="1">
            <a:off x="2094306" y="3449473"/>
            <a:ext cx="3227575" cy="356931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16" name="Google Shape;316;p15"/>
          <p:cNvCxnSpPr/>
          <p:nvPr/>
        </p:nvCxnSpPr>
        <p:spPr>
          <a:xfrm>
            <a:off x="2222835" y="3833945"/>
            <a:ext cx="3099046" cy="561142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" name="Google Shape;274;p7">
            <a:extLst>
              <a:ext uri="{FF2B5EF4-FFF2-40B4-BE49-F238E27FC236}">
                <a16:creationId xmlns:a16="http://schemas.microsoft.com/office/drawing/2014/main" id="{B937CF51-C4F5-B112-B0C0-F540400E06A8}"/>
              </a:ext>
            </a:extLst>
          </p:cNvPr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>
              <a:buClr>
                <a:srgbClr val="94A3B8"/>
              </a:buClr>
              <a:buSzPts val="900"/>
            </a:pP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</a:t>
            </a:r>
            <a:r>
              <a:rPr lang="es-CL" sz="900" b="1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E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6"/>
          <p:cNvSpPr txBox="1"/>
          <p:nvPr/>
        </p:nvSpPr>
        <p:spPr>
          <a:xfrm>
            <a:off x="502920" y="274320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i="0" u="none" strike="noStrike" cap="none" noProof="0">
                <a:solidFill>
                  <a:srgbClr val="1F4133"/>
                </a:solidFill>
                <a:latin typeface="Georgia"/>
                <a:ea typeface="Georgia"/>
                <a:cs typeface="Georgia"/>
                <a:sym typeface="Georgia"/>
              </a:rPr>
              <a:t>5.2. Vista Lógica · Entidad-Relación</a:t>
            </a:r>
            <a:endParaRPr lang="es-CL" noProof="0"/>
          </a:p>
        </p:txBody>
      </p:sp>
      <p:sp>
        <p:nvSpPr>
          <p:cNvPr id="323" name="Google Shape;323;p16"/>
          <p:cNvSpPr txBox="1"/>
          <p:nvPr/>
        </p:nvSpPr>
        <p:spPr>
          <a:xfrm>
            <a:off x="502920" y="960120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0" i="1" u="none" strike="noStrike" cap="none" noProof="0">
                <a:solidFill>
                  <a:srgbClr val="3C4640"/>
                </a:solidFill>
                <a:latin typeface="Georgia"/>
                <a:ea typeface="Georgia"/>
                <a:cs typeface="Georgia"/>
                <a:sym typeface="Georgia"/>
              </a:rPr>
              <a:t>Figura 4.2 · base de datos </a:t>
            </a:r>
            <a:r>
              <a:rPr lang="es-CL" sz="1300" b="0" i="1" u="none" strike="noStrike" cap="none" noProof="0" err="1">
                <a:solidFill>
                  <a:srgbClr val="3C4640"/>
                </a:solidFill>
                <a:latin typeface="Georgia"/>
                <a:ea typeface="Georgia"/>
                <a:cs typeface="Georgia"/>
                <a:sym typeface="Georgia"/>
              </a:rPr>
              <a:t>minimarket_db</a:t>
            </a:r>
            <a:r>
              <a:rPr lang="es-CL" sz="1300" b="0" i="1" u="none" strike="noStrike" cap="none" noProof="0">
                <a:solidFill>
                  <a:srgbClr val="3C4640"/>
                </a:solidFill>
                <a:latin typeface="Georgia"/>
                <a:ea typeface="Georgia"/>
                <a:cs typeface="Georgia"/>
                <a:sym typeface="Georgia"/>
              </a:rPr>
              <a:t> · 11 entidades persistentes</a:t>
            </a:r>
            <a:endParaRPr lang="es-CL" noProof="0"/>
          </a:p>
        </p:txBody>
      </p:sp>
      <p:sp>
        <p:nvSpPr>
          <p:cNvPr id="324" name="Google Shape;324;p16"/>
          <p:cNvSpPr/>
          <p:nvPr/>
        </p:nvSpPr>
        <p:spPr>
          <a:xfrm>
            <a:off x="9921240" y="320040"/>
            <a:ext cx="1920240" cy="502920"/>
          </a:xfrm>
          <a:prstGeom prst="rect">
            <a:avLst/>
          </a:prstGeom>
          <a:solidFill>
            <a:srgbClr val="F5F0E1"/>
          </a:solidFill>
          <a:ln w="12700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6"/>
          <p:cNvSpPr txBox="1"/>
          <p:nvPr/>
        </p:nvSpPr>
        <p:spPr>
          <a:xfrm>
            <a:off x="9921240" y="494556"/>
            <a:ext cx="192024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/>
            <a:r>
              <a:rPr lang="es-CL" sz="10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Inc</a:t>
            </a:r>
            <a:r>
              <a:rPr lang="es-CL" sz="10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000" b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2 </a:t>
            </a:r>
            <a:r>
              <a:rPr lang="es-CL" sz="10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· §4.2</a:t>
            </a:r>
            <a:endParaRPr lang="es-CL" noProof="0"/>
          </a:p>
        </p:txBody>
      </p:sp>
      <p:sp>
        <p:nvSpPr>
          <p:cNvPr id="326" name="Google Shape;326;p16"/>
          <p:cNvSpPr/>
          <p:nvPr/>
        </p:nvSpPr>
        <p:spPr>
          <a:xfrm>
            <a:off x="502920" y="1691640"/>
            <a:ext cx="1874519" cy="292608"/>
          </a:xfrm>
          <a:prstGeom prst="rect">
            <a:avLst/>
          </a:prstGeom>
          <a:solidFill>
            <a:srgbClr val="2E5530"/>
          </a:solidFill>
          <a:ln w="9525" cap="flat" cmpd="sng">
            <a:solidFill>
              <a:srgbClr val="2E55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6"/>
          <p:cNvSpPr txBox="1"/>
          <p:nvPr/>
        </p:nvSpPr>
        <p:spPr>
          <a:xfrm>
            <a:off x="502920" y="169164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perfil</a:t>
            </a:r>
            <a:endParaRPr lang="es-CL" noProof="0"/>
          </a:p>
        </p:txBody>
      </p:sp>
      <p:sp>
        <p:nvSpPr>
          <p:cNvPr id="328" name="Google Shape;328;p16"/>
          <p:cNvSpPr/>
          <p:nvPr/>
        </p:nvSpPr>
        <p:spPr>
          <a:xfrm>
            <a:off x="502920" y="1984248"/>
            <a:ext cx="1874519" cy="5760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2E55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6"/>
          <p:cNvSpPr txBox="1"/>
          <p:nvPr/>
        </p:nvSpPr>
        <p:spPr>
          <a:xfrm>
            <a:off x="576072" y="2029968"/>
            <a:ext cx="1728215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id_perfil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nombre_perfil</a:t>
            </a:r>
            <a:endParaRPr lang="es-CL" noProof="0"/>
          </a:p>
        </p:txBody>
      </p:sp>
      <p:sp>
        <p:nvSpPr>
          <p:cNvPr id="330" name="Google Shape;330;p16"/>
          <p:cNvSpPr/>
          <p:nvPr/>
        </p:nvSpPr>
        <p:spPr>
          <a:xfrm>
            <a:off x="502920" y="2743200"/>
            <a:ext cx="1874519" cy="292608"/>
          </a:xfrm>
          <a:prstGeom prst="rect">
            <a:avLst/>
          </a:prstGeom>
          <a:solidFill>
            <a:srgbClr val="2E5530"/>
          </a:solidFill>
          <a:ln w="9525" cap="flat" cmpd="sng">
            <a:solidFill>
              <a:srgbClr val="2E55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6"/>
          <p:cNvSpPr txBox="1"/>
          <p:nvPr/>
        </p:nvSpPr>
        <p:spPr>
          <a:xfrm>
            <a:off x="502920" y="274320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usuario</a:t>
            </a:r>
            <a:endParaRPr lang="es-CL" noProof="0"/>
          </a:p>
        </p:txBody>
      </p:sp>
      <p:sp>
        <p:nvSpPr>
          <p:cNvPr id="332" name="Google Shape;332;p16"/>
          <p:cNvSpPr/>
          <p:nvPr/>
        </p:nvSpPr>
        <p:spPr>
          <a:xfrm>
            <a:off x="502920" y="3035808"/>
            <a:ext cx="1874519" cy="8046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2E55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6"/>
          <p:cNvSpPr txBox="1"/>
          <p:nvPr/>
        </p:nvSpPr>
        <p:spPr>
          <a:xfrm>
            <a:off x="576072" y="3081528"/>
            <a:ext cx="1728215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id_usuario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id_perfil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username</a:t>
            </a:r>
            <a:r>
              <a:rPr lang="es-CL" sz="800" b="0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password_hash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estado_activo</a:t>
            </a:r>
            <a:endParaRPr lang="es-CL" noProof="0"/>
          </a:p>
        </p:txBody>
      </p:sp>
      <p:sp>
        <p:nvSpPr>
          <p:cNvPr id="334" name="Google Shape;334;p16"/>
          <p:cNvSpPr/>
          <p:nvPr/>
        </p:nvSpPr>
        <p:spPr>
          <a:xfrm>
            <a:off x="2834640" y="1691640"/>
            <a:ext cx="1874519" cy="292608"/>
          </a:xfrm>
          <a:prstGeom prst="rect">
            <a:avLst/>
          </a:prstGeom>
          <a:solidFill>
            <a:srgbClr val="35704A"/>
          </a:solidFill>
          <a:ln w="9525" cap="flat" cmpd="sng">
            <a:solidFill>
              <a:srgbClr val="357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2834640" y="169164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producto</a:t>
            </a:r>
            <a:endParaRPr lang="es-CL" noProof="0"/>
          </a:p>
        </p:txBody>
      </p:sp>
      <p:sp>
        <p:nvSpPr>
          <p:cNvPr id="336" name="Google Shape;336;p16"/>
          <p:cNvSpPr/>
          <p:nvPr/>
        </p:nvSpPr>
        <p:spPr>
          <a:xfrm>
            <a:off x="2834640" y="1984248"/>
            <a:ext cx="1874519" cy="8046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357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6"/>
          <p:cNvSpPr txBox="1"/>
          <p:nvPr/>
        </p:nvSpPr>
        <p:spPr>
          <a:xfrm>
            <a:off x="2907792" y="2029968"/>
            <a:ext cx="1728215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id_producto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sku</a:t>
            </a:r>
            <a:r>
              <a:rPr lang="es-CL" sz="800" b="0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codigo_barras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s-CL" sz="800" b="0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nombre, stock, estado</a:t>
            </a:r>
            <a:endParaRPr lang="es-CL" noProof="0"/>
          </a:p>
        </p:txBody>
      </p:sp>
      <p:sp>
        <p:nvSpPr>
          <p:cNvPr id="338" name="Google Shape;338;p16"/>
          <p:cNvSpPr/>
          <p:nvPr/>
        </p:nvSpPr>
        <p:spPr>
          <a:xfrm>
            <a:off x="5120640" y="1691640"/>
            <a:ext cx="1874519" cy="292608"/>
          </a:xfrm>
          <a:prstGeom prst="rect">
            <a:avLst/>
          </a:prstGeom>
          <a:solidFill>
            <a:srgbClr val="35704A"/>
          </a:solidFill>
          <a:ln w="9525" cap="flat" cmpd="sng">
            <a:solidFill>
              <a:srgbClr val="357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6"/>
          <p:cNvSpPr txBox="1"/>
          <p:nvPr/>
        </p:nvSpPr>
        <p:spPr>
          <a:xfrm>
            <a:off x="5120640" y="169164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proveedor</a:t>
            </a:r>
            <a:endParaRPr lang="es-CL" noProof="0"/>
          </a:p>
        </p:txBody>
      </p:sp>
      <p:sp>
        <p:nvSpPr>
          <p:cNvPr id="340" name="Google Shape;340;p16"/>
          <p:cNvSpPr/>
          <p:nvPr/>
        </p:nvSpPr>
        <p:spPr>
          <a:xfrm>
            <a:off x="5120640" y="1984248"/>
            <a:ext cx="1874519" cy="8046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357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6"/>
          <p:cNvSpPr txBox="1"/>
          <p:nvPr/>
        </p:nvSpPr>
        <p:spPr>
          <a:xfrm>
            <a:off x="5193792" y="2029968"/>
            <a:ext cx="1728215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id_proveedor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rut</a:t>
            </a:r>
            <a:r>
              <a:rPr lang="es-CL" sz="800" b="0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, nombre, contacto</a:t>
            </a:r>
            <a:endParaRPr lang="es-CL" noProof="0"/>
          </a:p>
        </p:txBody>
      </p:sp>
      <p:sp>
        <p:nvSpPr>
          <p:cNvPr id="342" name="Google Shape;342;p16"/>
          <p:cNvSpPr/>
          <p:nvPr/>
        </p:nvSpPr>
        <p:spPr>
          <a:xfrm>
            <a:off x="7406640" y="1691640"/>
            <a:ext cx="1874519" cy="292608"/>
          </a:xfrm>
          <a:prstGeom prst="rect">
            <a:avLst/>
          </a:prstGeom>
          <a:solidFill>
            <a:srgbClr val="35704A"/>
          </a:solidFill>
          <a:ln w="9525" cap="flat" cmpd="sng">
            <a:solidFill>
              <a:srgbClr val="357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6"/>
          <p:cNvSpPr txBox="1"/>
          <p:nvPr/>
        </p:nvSpPr>
        <p:spPr>
          <a:xfrm>
            <a:off x="7406640" y="169164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equivalencia</a:t>
            </a:r>
            <a:endParaRPr lang="es-CL" noProof="0"/>
          </a:p>
        </p:txBody>
      </p:sp>
      <p:sp>
        <p:nvSpPr>
          <p:cNvPr id="344" name="Google Shape;344;p16"/>
          <p:cNvSpPr/>
          <p:nvPr/>
        </p:nvSpPr>
        <p:spPr>
          <a:xfrm>
            <a:off x="7406640" y="1984248"/>
            <a:ext cx="1874519" cy="8046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357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6"/>
          <p:cNvSpPr txBox="1"/>
          <p:nvPr/>
        </p:nvSpPr>
        <p:spPr>
          <a:xfrm>
            <a:off x="7479792" y="2029968"/>
            <a:ext cx="1728215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id_equivalencia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id_producto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id_proveedor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codigo_interno</a:t>
            </a:r>
            <a:endParaRPr lang="es-CL" noProof="0"/>
          </a:p>
        </p:txBody>
      </p:sp>
      <p:sp>
        <p:nvSpPr>
          <p:cNvPr id="346" name="Google Shape;346;p16"/>
          <p:cNvSpPr/>
          <p:nvPr/>
        </p:nvSpPr>
        <p:spPr>
          <a:xfrm>
            <a:off x="2834640" y="2926080"/>
            <a:ext cx="1874519" cy="292608"/>
          </a:xfrm>
          <a:prstGeom prst="rect">
            <a:avLst/>
          </a:prstGeom>
          <a:solidFill>
            <a:srgbClr val="655216"/>
          </a:solidFill>
          <a:ln w="9525" cap="flat" cmpd="sng">
            <a:solidFill>
              <a:srgbClr val="655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6"/>
          <p:cNvSpPr txBox="1"/>
          <p:nvPr/>
        </p:nvSpPr>
        <p:spPr>
          <a:xfrm>
            <a:off x="2834640" y="292608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factura</a:t>
            </a:r>
            <a:endParaRPr lang="es-CL" noProof="0"/>
          </a:p>
        </p:txBody>
      </p:sp>
      <p:sp>
        <p:nvSpPr>
          <p:cNvPr id="348" name="Google Shape;348;p16"/>
          <p:cNvSpPr/>
          <p:nvPr/>
        </p:nvSpPr>
        <p:spPr>
          <a:xfrm>
            <a:off x="2834640" y="3218688"/>
            <a:ext cx="1874519" cy="8046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655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6"/>
          <p:cNvSpPr txBox="1"/>
          <p:nvPr/>
        </p:nvSpPr>
        <p:spPr>
          <a:xfrm>
            <a:off x="2907792" y="3264408"/>
            <a:ext cx="1728215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id_factura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id_proveedor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s-CL" sz="800" b="0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numero, fecha</a:t>
            </a:r>
            <a:endParaRPr lang="es-CL" noProof="0"/>
          </a:p>
        </p:txBody>
      </p:sp>
      <p:sp>
        <p:nvSpPr>
          <p:cNvPr id="350" name="Google Shape;350;p16"/>
          <p:cNvSpPr/>
          <p:nvPr/>
        </p:nvSpPr>
        <p:spPr>
          <a:xfrm>
            <a:off x="5120640" y="2926080"/>
            <a:ext cx="1874519" cy="292608"/>
          </a:xfrm>
          <a:prstGeom prst="rect">
            <a:avLst/>
          </a:prstGeom>
          <a:solidFill>
            <a:srgbClr val="655216"/>
          </a:solidFill>
          <a:ln w="9525" cap="flat" cmpd="sng">
            <a:solidFill>
              <a:srgbClr val="655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6"/>
          <p:cNvSpPr txBox="1"/>
          <p:nvPr/>
        </p:nvSpPr>
        <p:spPr>
          <a:xfrm>
            <a:off x="5120640" y="292608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item_factura</a:t>
            </a:r>
            <a:endParaRPr lang="es-CL" noProof="0"/>
          </a:p>
        </p:txBody>
      </p:sp>
      <p:sp>
        <p:nvSpPr>
          <p:cNvPr id="352" name="Google Shape;352;p16"/>
          <p:cNvSpPr/>
          <p:nvPr/>
        </p:nvSpPr>
        <p:spPr>
          <a:xfrm>
            <a:off x="5120640" y="3218688"/>
            <a:ext cx="1874519" cy="8046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655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6"/>
          <p:cNvSpPr txBox="1"/>
          <p:nvPr/>
        </p:nvSpPr>
        <p:spPr>
          <a:xfrm>
            <a:off x="5193792" y="3264408"/>
            <a:ext cx="1728215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id_item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id_factura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id_producto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s-CL" sz="800" b="0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cantidad, precio</a:t>
            </a:r>
            <a:endParaRPr lang="es-CL" noProof="0"/>
          </a:p>
        </p:txBody>
      </p:sp>
      <p:sp>
        <p:nvSpPr>
          <p:cNvPr id="354" name="Google Shape;354;p16"/>
          <p:cNvSpPr/>
          <p:nvPr/>
        </p:nvSpPr>
        <p:spPr>
          <a:xfrm>
            <a:off x="7406640" y="2926080"/>
            <a:ext cx="1874519" cy="292608"/>
          </a:xfrm>
          <a:prstGeom prst="rect">
            <a:avLst/>
          </a:prstGeom>
          <a:solidFill>
            <a:srgbClr val="1E553D"/>
          </a:solidFill>
          <a:ln w="9525" cap="flat" cmpd="sng">
            <a:solidFill>
              <a:srgbClr val="1E55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6"/>
          <p:cNvSpPr txBox="1"/>
          <p:nvPr/>
        </p:nvSpPr>
        <p:spPr>
          <a:xfrm>
            <a:off x="7406640" y="292608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movimiento_inventario</a:t>
            </a:r>
            <a:endParaRPr lang="es-CL" noProof="0"/>
          </a:p>
        </p:txBody>
      </p:sp>
      <p:sp>
        <p:nvSpPr>
          <p:cNvPr id="356" name="Google Shape;356;p16"/>
          <p:cNvSpPr/>
          <p:nvPr/>
        </p:nvSpPr>
        <p:spPr>
          <a:xfrm>
            <a:off x="7406640" y="3218688"/>
            <a:ext cx="1874519" cy="10332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1E55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6"/>
          <p:cNvSpPr txBox="1"/>
          <p:nvPr/>
        </p:nvSpPr>
        <p:spPr>
          <a:xfrm>
            <a:off x="7479792" y="3264408"/>
            <a:ext cx="1728215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id_movimiento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id_producto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id_usuario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s-CL" sz="800" b="0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tipo, cantidad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fecha_hora</a:t>
            </a:r>
            <a:r>
              <a:rPr lang="es-CL" sz="800" b="0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, motivo</a:t>
            </a:r>
            <a:endParaRPr lang="es-CL" noProof="0"/>
          </a:p>
        </p:txBody>
      </p:sp>
      <p:sp>
        <p:nvSpPr>
          <p:cNvPr id="358" name="Google Shape;358;p16"/>
          <p:cNvSpPr/>
          <p:nvPr/>
        </p:nvSpPr>
        <p:spPr>
          <a:xfrm>
            <a:off x="2834640" y="4160520"/>
            <a:ext cx="1874519" cy="292608"/>
          </a:xfrm>
          <a:prstGeom prst="rect">
            <a:avLst/>
          </a:prstGeom>
          <a:solidFill>
            <a:srgbClr val="B56A1E"/>
          </a:solidFill>
          <a:ln w="9525" cap="flat" cmpd="sng">
            <a:solidFill>
              <a:srgbClr val="B56A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6"/>
          <p:cNvSpPr txBox="1"/>
          <p:nvPr/>
        </p:nvSpPr>
        <p:spPr>
          <a:xfrm>
            <a:off x="2834640" y="416052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ajuste_inventario</a:t>
            </a:r>
            <a:r>
              <a:rPr lang="es-CL" sz="1000" b="1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lang="es-CL" noProof="0"/>
          </a:p>
        </p:txBody>
      </p:sp>
      <p:sp>
        <p:nvSpPr>
          <p:cNvPr id="360" name="Google Shape;360;p16"/>
          <p:cNvSpPr/>
          <p:nvPr/>
        </p:nvSpPr>
        <p:spPr>
          <a:xfrm>
            <a:off x="2834640" y="4453128"/>
            <a:ext cx="1874519" cy="8046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B56A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6"/>
          <p:cNvSpPr txBox="1"/>
          <p:nvPr/>
        </p:nvSpPr>
        <p:spPr>
          <a:xfrm>
            <a:off x="2907792" y="4498848"/>
            <a:ext cx="1728215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id_ajuste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id_usuario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s-CL" sz="800" b="0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modalidad,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fecha_hora</a:t>
            </a:r>
            <a:endParaRPr lang="es-CL" noProof="0"/>
          </a:p>
        </p:txBody>
      </p:sp>
      <p:sp>
        <p:nvSpPr>
          <p:cNvPr id="362" name="Google Shape;362;p16"/>
          <p:cNvSpPr/>
          <p:nvPr/>
        </p:nvSpPr>
        <p:spPr>
          <a:xfrm>
            <a:off x="5120640" y="4160520"/>
            <a:ext cx="1874519" cy="292608"/>
          </a:xfrm>
          <a:prstGeom prst="rect">
            <a:avLst/>
          </a:prstGeom>
          <a:solidFill>
            <a:srgbClr val="B56A1E"/>
          </a:solidFill>
          <a:ln w="9525" cap="flat" cmpd="sng">
            <a:solidFill>
              <a:srgbClr val="B56A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6"/>
          <p:cNvSpPr txBox="1"/>
          <p:nvPr/>
        </p:nvSpPr>
        <p:spPr>
          <a:xfrm>
            <a:off x="5120640" y="416052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item_ajuste</a:t>
            </a:r>
            <a:r>
              <a:rPr lang="es-CL" sz="1000" b="1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lang="es-CL" noProof="0"/>
          </a:p>
        </p:txBody>
      </p:sp>
      <p:sp>
        <p:nvSpPr>
          <p:cNvPr id="364" name="Google Shape;364;p16"/>
          <p:cNvSpPr/>
          <p:nvPr/>
        </p:nvSpPr>
        <p:spPr>
          <a:xfrm>
            <a:off x="5120640" y="4453128"/>
            <a:ext cx="1874519" cy="8046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B56A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6"/>
          <p:cNvSpPr txBox="1"/>
          <p:nvPr/>
        </p:nvSpPr>
        <p:spPr>
          <a:xfrm>
            <a:off x="5193792" y="4498848"/>
            <a:ext cx="1728215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id_item_ajuste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id_ajuste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id_producto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stock_ant</a:t>
            </a:r>
            <a:r>
              <a:rPr lang="es-CL" sz="800" b="0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stock_new</a:t>
            </a:r>
            <a:endParaRPr lang="es-CL" noProof="0"/>
          </a:p>
        </p:txBody>
      </p:sp>
      <p:sp>
        <p:nvSpPr>
          <p:cNvPr id="366" name="Google Shape;366;p16"/>
          <p:cNvSpPr/>
          <p:nvPr/>
        </p:nvSpPr>
        <p:spPr>
          <a:xfrm>
            <a:off x="7406640" y="4160520"/>
            <a:ext cx="1874519" cy="292608"/>
          </a:xfrm>
          <a:prstGeom prst="rect">
            <a:avLst/>
          </a:prstGeom>
          <a:solidFill>
            <a:srgbClr val="B56A1E"/>
          </a:solidFill>
          <a:ln w="9525" cap="flat" cmpd="sng">
            <a:solidFill>
              <a:srgbClr val="B56A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6"/>
          <p:cNvSpPr txBox="1"/>
          <p:nvPr/>
        </p:nvSpPr>
        <p:spPr>
          <a:xfrm>
            <a:off x="7406640" y="4160520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log_archivo</a:t>
            </a:r>
            <a:r>
              <a:rPr lang="es-CL" sz="1000" b="1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lang="es-CL" noProof="0"/>
          </a:p>
        </p:txBody>
      </p:sp>
      <p:sp>
        <p:nvSpPr>
          <p:cNvPr id="368" name="Google Shape;368;p16"/>
          <p:cNvSpPr/>
          <p:nvPr/>
        </p:nvSpPr>
        <p:spPr>
          <a:xfrm>
            <a:off x="7406640" y="4453128"/>
            <a:ext cx="1874519" cy="804672"/>
          </a:xfrm>
          <a:prstGeom prst="rect">
            <a:avLst/>
          </a:prstGeom>
          <a:solidFill>
            <a:srgbClr val="FEFEFD"/>
          </a:solidFill>
          <a:ln w="9525" cap="flat" cmpd="sng">
            <a:solidFill>
              <a:srgbClr val="B56A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6"/>
          <p:cNvSpPr txBox="1"/>
          <p:nvPr/>
        </p:nvSpPr>
        <p:spPr>
          <a:xfrm>
            <a:off x="7479792" y="4498848"/>
            <a:ext cx="1728215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id_log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id_usuario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nombre_archivo</a:t>
            </a:r>
            <a:r>
              <a:rPr lang="es-CL" sz="800" b="0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tamanio</a:t>
            </a:r>
            <a:endParaRPr lang="es-CL" noProof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s-CL" sz="800" b="0" i="0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fecha_hora</a:t>
            </a:r>
            <a:endParaRPr lang="es-CL" noProof="0"/>
          </a:p>
        </p:txBody>
      </p:sp>
      <p:cxnSp>
        <p:nvCxnSpPr>
          <p:cNvPr id="370" name="Google Shape;370;p16"/>
          <p:cNvCxnSpPr/>
          <p:nvPr/>
        </p:nvCxnSpPr>
        <p:spPr>
          <a:xfrm>
            <a:off x="1440179" y="2560320"/>
            <a:ext cx="0" cy="182880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1" name="Google Shape;371;p16"/>
          <p:cNvCxnSpPr/>
          <p:nvPr/>
        </p:nvCxnSpPr>
        <p:spPr>
          <a:xfrm>
            <a:off x="4709159" y="2240280"/>
            <a:ext cx="411481" cy="0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2" name="Google Shape;372;p16"/>
          <p:cNvCxnSpPr/>
          <p:nvPr/>
        </p:nvCxnSpPr>
        <p:spPr>
          <a:xfrm>
            <a:off x="6995159" y="2240280"/>
            <a:ext cx="411481" cy="0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3" name="Google Shape;373;p16"/>
          <p:cNvCxnSpPr/>
          <p:nvPr/>
        </p:nvCxnSpPr>
        <p:spPr>
          <a:xfrm flipH="1">
            <a:off x="3771899" y="2788920"/>
            <a:ext cx="2286000" cy="137160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4" name="Google Shape;374;p16"/>
          <p:cNvCxnSpPr/>
          <p:nvPr/>
        </p:nvCxnSpPr>
        <p:spPr>
          <a:xfrm>
            <a:off x="4709159" y="3474720"/>
            <a:ext cx="411481" cy="0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5" name="Google Shape;375;p16"/>
          <p:cNvCxnSpPr/>
          <p:nvPr/>
        </p:nvCxnSpPr>
        <p:spPr>
          <a:xfrm>
            <a:off x="8343899" y="2788920"/>
            <a:ext cx="0" cy="137160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6" name="Google Shape;376;p16"/>
          <p:cNvCxnSpPr/>
          <p:nvPr/>
        </p:nvCxnSpPr>
        <p:spPr>
          <a:xfrm>
            <a:off x="4709159" y="4709160"/>
            <a:ext cx="411481" cy="0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7" name="Google Shape;377;p16"/>
          <p:cNvCxnSpPr/>
          <p:nvPr/>
        </p:nvCxnSpPr>
        <p:spPr>
          <a:xfrm>
            <a:off x="6995159" y="4709160"/>
            <a:ext cx="411481" cy="0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378" name="Google Shape;378;p16"/>
          <p:cNvCxnSpPr/>
          <p:nvPr/>
        </p:nvCxnSpPr>
        <p:spPr>
          <a:xfrm>
            <a:off x="1440179" y="3840480"/>
            <a:ext cx="1394461" cy="868680"/>
          </a:xfrm>
          <a:prstGeom prst="straightConnector1">
            <a:avLst/>
          </a:prstGeom>
          <a:noFill/>
          <a:ln w="9525" cap="flat" cmpd="sng">
            <a:solidFill>
              <a:srgbClr val="3C46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79" name="Google Shape;379;p16"/>
          <p:cNvSpPr/>
          <p:nvPr/>
        </p:nvSpPr>
        <p:spPr>
          <a:xfrm>
            <a:off x="502920" y="5852160"/>
            <a:ext cx="11338560" cy="502920"/>
          </a:xfrm>
          <a:prstGeom prst="rect">
            <a:avLst/>
          </a:prstGeom>
          <a:solidFill>
            <a:srgbClr val="1432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502920" y="5852160"/>
            <a:ext cx="73152" cy="502920"/>
          </a:xfrm>
          <a:prstGeom prst="rect">
            <a:avLst/>
          </a:prstGeom>
          <a:solidFill>
            <a:srgbClr val="B58A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6"/>
          <p:cNvSpPr txBox="1"/>
          <p:nvPr/>
        </p:nvSpPr>
        <p:spPr>
          <a:xfrm>
            <a:off x="797032" y="6036572"/>
            <a:ext cx="109728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s-CL" sz="1000" b="1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 entidades  </a:t>
            </a:r>
            <a:r>
              <a:rPr lang="es-CL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 ·  </a:t>
            </a:r>
            <a:endParaRPr lang="es-CL" noProof="0"/>
          </a:p>
        </p:txBody>
      </p:sp>
      <p:sp>
        <p:nvSpPr>
          <p:cNvPr id="3" name="Google Shape;274;p7">
            <a:extLst>
              <a:ext uri="{FF2B5EF4-FFF2-40B4-BE49-F238E27FC236}">
                <a16:creationId xmlns:a16="http://schemas.microsoft.com/office/drawing/2014/main" id="{84B8F5C2-9F07-BA23-70C9-B63359D77981}"/>
              </a:ext>
            </a:extLst>
          </p:cNvPr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>
              <a:buClr>
                <a:srgbClr val="94A3B8"/>
              </a:buClr>
              <a:buSzPts val="900"/>
            </a:pP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lang="es-CL" sz="900" b="1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9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s-CL" sz="40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5.3. Vista de Procesos</a:t>
            </a:r>
            <a:endParaRPr lang="es-CL" sz="4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s-CL" sz="1600" b="0" i="1" u="none" strike="noStrike" cap="none" noProof="0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Vista de Procesos · interacción entre objetos</a:t>
            </a:r>
            <a:endParaRPr lang="es-CL" sz="16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B3F2F"/>
              </a:buClr>
              <a:buSzPts val="1000"/>
            </a:pP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 </a:t>
            </a:r>
            <a:r>
              <a:rPr lang="es-CL" sz="1000" b="1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2 </a:t>
            </a: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· §4.3 · Figuras 4.3, 4.4, 4.5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" name="Google Shape;391;p9" descr="Diagramas de secuencia Incremento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2000000"/>
            <a:ext cx="7863840" cy="180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9"/>
          <p:cNvSpPr/>
          <p:nvPr/>
        </p:nvSpPr>
        <p:spPr>
          <a:xfrm>
            <a:off x="8412480" y="1691640"/>
            <a:ext cx="3383280" cy="457200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8412480" y="1691640"/>
            <a:ext cx="109728" cy="4572000"/>
          </a:xfrm>
          <a:prstGeom prst="rect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8595360" y="18288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000"/>
              <a:buFont typeface="Calibri"/>
              <a:buNone/>
            </a:pPr>
            <a:r>
              <a:rPr lang="es-CL" sz="10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TRES DIAGRAMAS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8595360" y="21488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s-CL" sz="1800" b="1" i="0" u="none" strike="noStrike" cap="none" noProof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Fig. 4.3 · Fig. 4.4 · Fig. 4.5</a:t>
            </a: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8595360" y="269748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000"/>
              <a:buFont typeface="Calibri"/>
              <a:buNone/>
            </a:pPr>
            <a:r>
              <a:rPr lang="es-CL" sz="1000" b="0" i="1" u="none" strike="noStrike" cap="none" noProof="0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Notación UML 2 con líneas de vida y mensajes síncronos/retorno. Tres diagramas representativos, uno por bloque funcional del incremento.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8595360" y="3611880"/>
            <a:ext cx="256032" cy="256032"/>
          </a:xfrm>
          <a:prstGeom prst="ellipse">
            <a:avLst/>
          </a:prstGeom>
          <a:solidFill>
            <a:srgbClr val="5B9BD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8942832" y="356616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Vista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8942832" y="373075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900"/>
              <a:buFont typeface="Calibri"/>
              <a:buNone/>
            </a:pPr>
            <a:r>
              <a:rPr lang="es-CL" sz="900" b="0" i="1" u="none" strike="noStrike" cap="none" noProof="0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Java Swing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8595360" y="4023360"/>
            <a:ext cx="256032" cy="256032"/>
          </a:xfrm>
          <a:prstGeom prst="ellipse">
            <a:avLst/>
          </a:prstGeom>
          <a:solidFill>
            <a:srgbClr val="D6B65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8942832" y="397764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Controlador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8942832" y="414223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900"/>
              <a:buFont typeface="Calibri"/>
              <a:buNone/>
            </a:pPr>
            <a:r>
              <a:rPr lang="es-CL" sz="900" b="0" i="1" u="none" strike="noStrike" cap="none" noProof="0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Java (MVC)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8595360" y="4434840"/>
            <a:ext cx="256032" cy="256032"/>
          </a:xfrm>
          <a:prstGeom prst="ellipse">
            <a:avLst/>
          </a:prstGeom>
          <a:solidFill>
            <a:srgbClr val="82B36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8942832" y="438912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Repositorio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8942832" y="455371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900"/>
              <a:buFont typeface="Calibri"/>
              <a:buNone/>
            </a:pPr>
            <a:r>
              <a:rPr lang="es-CL" sz="900" b="0" i="1" u="none" strike="noStrike" cap="none" noProof="0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JDBC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8595360" y="4846320"/>
            <a:ext cx="256032" cy="256032"/>
          </a:xfrm>
          <a:prstGeom prst="ellipse">
            <a:avLst/>
          </a:prstGeom>
          <a:solidFill>
            <a:srgbClr val="B8545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8942832" y="480060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8942832" y="496519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900"/>
              <a:buFont typeface="Calibri"/>
              <a:buNone/>
            </a:pPr>
            <a:r>
              <a:rPr lang="es-CL" sz="900" b="0" i="1" u="none" strike="noStrike" cap="none" noProof="0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MySQL 8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8595360" y="5349240"/>
            <a:ext cx="3108960" cy="777240"/>
          </a:xfrm>
          <a:prstGeom prst="rect">
            <a:avLst/>
          </a:prstGeom>
          <a:solidFill>
            <a:srgbClr val="143025"/>
          </a:solidFill>
          <a:ln w="9525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8686800" y="539496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900"/>
              <a:buFont typeface="Calibri"/>
              <a:buNone/>
            </a:pPr>
            <a:r>
              <a:rPr lang="es-CL" sz="9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Cubre 3 bloques: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8686800" y="562356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CL" sz="9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Fig. 4.5 · CU-48 a CU-50, CU-55 a CU-58, CU-61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CL" sz="9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Fig. 4.3 · CU-36 a CU-42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-CL" sz="9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Fig. 4.4 · CU-43 a CU-47, CU-59, CU-60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Minimarket</a:t>
            </a: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Antucayen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1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</a:t>
            </a: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7"/>
          <p:cNvSpPr/>
          <p:nvPr/>
        </p:nvSpPr>
        <p:spPr>
          <a:xfrm>
            <a:off x="-10438" y="-41753"/>
            <a:ext cx="12192000" cy="6858000"/>
          </a:xfrm>
          <a:prstGeom prst="rect">
            <a:avLst/>
          </a:prstGeom>
          <a:solidFill>
            <a:srgbClr val="FEFE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7"/>
          <p:cNvSpPr txBox="1"/>
          <p:nvPr/>
        </p:nvSpPr>
        <p:spPr>
          <a:xfrm>
            <a:off x="502920" y="274320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i="0" u="none" strike="noStrike" cap="none" noProof="0">
                <a:solidFill>
                  <a:srgbClr val="1F4133"/>
                </a:solidFill>
                <a:latin typeface="Georgia"/>
                <a:ea typeface="Georgia"/>
                <a:cs typeface="Georgia"/>
                <a:sym typeface="Georgia"/>
              </a:rPr>
              <a:t>5.4. Vista de Desarrollo · Componentes</a:t>
            </a:r>
            <a:endParaRPr lang="es-CL" noProof="0"/>
          </a:p>
        </p:txBody>
      </p:sp>
      <p:sp>
        <p:nvSpPr>
          <p:cNvPr id="420" name="Google Shape;420;p17"/>
          <p:cNvSpPr txBox="1"/>
          <p:nvPr/>
        </p:nvSpPr>
        <p:spPr>
          <a:xfrm>
            <a:off x="502920" y="960120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0" i="1" u="none" strike="noStrike" cap="none" noProof="0">
                <a:solidFill>
                  <a:srgbClr val="3C4640"/>
                </a:solidFill>
                <a:latin typeface="Georgia"/>
                <a:ea typeface="Georgia"/>
                <a:cs typeface="Georgia"/>
                <a:sym typeface="Georgia"/>
              </a:rPr>
              <a:t>Figura 4.6 · 3 capas · Vista + Controlador + Modelo/DAO </a:t>
            </a:r>
            <a:endParaRPr lang="es-CL" noProof="0"/>
          </a:p>
        </p:txBody>
      </p:sp>
      <p:sp>
        <p:nvSpPr>
          <p:cNvPr id="421" name="Google Shape;421;p17"/>
          <p:cNvSpPr/>
          <p:nvPr/>
        </p:nvSpPr>
        <p:spPr>
          <a:xfrm>
            <a:off x="9921240" y="320040"/>
            <a:ext cx="1920240" cy="502920"/>
          </a:xfrm>
          <a:prstGeom prst="rect">
            <a:avLst/>
          </a:prstGeom>
          <a:solidFill>
            <a:srgbClr val="F5F0E1"/>
          </a:solidFill>
          <a:ln w="12700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7"/>
          <p:cNvSpPr txBox="1"/>
          <p:nvPr/>
        </p:nvSpPr>
        <p:spPr>
          <a:xfrm>
            <a:off x="9921240" y="494556"/>
            <a:ext cx="192024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/>
            <a:r>
              <a:rPr lang="es-CL" sz="10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Inc </a:t>
            </a:r>
            <a:r>
              <a:rPr lang="es-CL" sz="1000" b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2 </a:t>
            </a:r>
            <a:r>
              <a:rPr lang="es-CL" sz="10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· §4.4</a:t>
            </a:r>
            <a:endParaRPr lang="es-CL" noProof="0"/>
          </a:p>
        </p:txBody>
      </p:sp>
      <p:sp>
        <p:nvSpPr>
          <p:cNvPr id="423" name="Google Shape;423;p17"/>
          <p:cNvSpPr/>
          <p:nvPr/>
        </p:nvSpPr>
        <p:spPr>
          <a:xfrm>
            <a:off x="502920" y="1691640"/>
            <a:ext cx="11338560" cy="1280160"/>
          </a:xfrm>
          <a:prstGeom prst="rect">
            <a:avLst/>
          </a:prstGeom>
          <a:solidFill>
            <a:srgbClr val="FEFEFD"/>
          </a:solidFill>
          <a:ln w="1587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502920" y="1691640"/>
            <a:ext cx="73152" cy="1280160"/>
          </a:xfrm>
          <a:prstGeom prst="rect">
            <a:avLst/>
          </a:prstGeom>
          <a:solidFill>
            <a:srgbClr val="1F41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7"/>
          <p:cNvSpPr txBox="1"/>
          <p:nvPr/>
        </p:nvSpPr>
        <p:spPr>
          <a:xfrm>
            <a:off x="685800" y="17830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CAPA DE PRESENTACIÓN</a:t>
            </a:r>
            <a:endParaRPr lang="es-CL" noProof="0"/>
          </a:p>
        </p:txBody>
      </p:sp>
      <p:sp>
        <p:nvSpPr>
          <p:cNvPr id="426" name="Google Shape;426;p17"/>
          <p:cNvSpPr txBox="1"/>
          <p:nvPr/>
        </p:nvSpPr>
        <p:spPr>
          <a:xfrm>
            <a:off x="685800" y="20391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Java Swing — JFrame / </a:t>
            </a:r>
            <a:r>
              <a:rPr lang="es-CL" sz="1000" b="0" i="1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JDialog</a:t>
            </a:r>
            <a:endParaRPr lang="es-CL" noProof="0"/>
          </a:p>
        </p:txBody>
      </p:sp>
      <p:sp>
        <p:nvSpPr>
          <p:cNvPr id="427" name="Google Shape;427;p17"/>
          <p:cNvSpPr/>
          <p:nvPr/>
        </p:nvSpPr>
        <p:spPr>
          <a:xfrm>
            <a:off x="4572000" y="1874520"/>
            <a:ext cx="2926080" cy="868680"/>
          </a:xfrm>
          <a:prstGeom prst="rect">
            <a:avLst/>
          </a:prstGeom>
          <a:solidFill>
            <a:srgbClr val="D4E2D4"/>
          </a:solidFill>
          <a:ln w="12700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7"/>
          <p:cNvSpPr txBox="1"/>
          <p:nvPr/>
        </p:nvSpPr>
        <p:spPr>
          <a:xfrm>
            <a:off x="4572000" y="18745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«</a:t>
            </a:r>
            <a:r>
              <a:rPr lang="es-CL" sz="800" b="0" i="1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r>
              <a:rPr lang="es-CL" sz="8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»</a:t>
            </a:r>
            <a:endParaRPr lang="es-CL" noProof="0"/>
          </a:p>
        </p:txBody>
      </p:sp>
      <p:sp>
        <p:nvSpPr>
          <p:cNvPr id="429" name="Google Shape;429;p17"/>
          <p:cNvSpPr txBox="1"/>
          <p:nvPr/>
        </p:nvSpPr>
        <p:spPr>
          <a:xfrm>
            <a:off x="4572000" y="21031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InterfazDesktop</a:t>
            </a:r>
            <a:endParaRPr lang="es-CL" noProof="0"/>
          </a:p>
        </p:txBody>
      </p:sp>
      <p:sp>
        <p:nvSpPr>
          <p:cNvPr id="430" name="Google Shape;430;p17"/>
          <p:cNvSpPr txBox="1"/>
          <p:nvPr/>
        </p:nvSpPr>
        <p:spPr>
          <a:xfrm>
            <a:off x="4572000" y="23774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0" i="1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VFacturas</a:t>
            </a:r>
            <a:r>
              <a:rPr lang="es-CL" sz="8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s-CL" sz="800" b="0" i="1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VProveedores</a:t>
            </a:r>
            <a:r>
              <a:rPr lang="es-CL" sz="8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s-CL" sz="800" b="0" i="1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VAjusteInventario</a:t>
            </a:r>
            <a:r>
              <a:rPr lang="es-CL" sz="8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s-CL" sz="800" b="0" i="1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VValidacionArchivo (nuevo)</a:t>
            </a:r>
            <a:endParaRPr lang="es-CL" noProof="0"/>
          </a:p>
        </p:txBody>
      </p:sp>
      <p:sp>
        <p:nvSpPr>
          <p:cNvPr id="431" name="Google Shape;431;p17"/>
          <p:cNvSpPr txBox="1"/>
          <p:nvPr/>
        </p:nvSpPr>
        <p:spPr>
          <a:xfrm>
            <a:off x="8046720" y="21031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CU-36 a CU-61</a:t>
            </a:r>
            <a:endParaRPr lang="es-CL" noProof="0"/>
          </a:p>
        </p:txBody>
      </p:sp>
      <p:sp>
        <p:nvSpPr>
          <p:cNvPr id="432" name="Google Shape;432;p17"/>
          <p:cNvSpPr txBox="1"/>
          <p:nvPr/>
        </p:nvSpPr>
        <p:spPr>
          <a:xfrm>
            <a:off x="8046720" y="2377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Trazabilidad: todas las URs vía vistas</a:t>
            </a:r>
            <a:endParaRPr lang="es-CL" noProof="0"/>
          </a:p>
        </p:txBody>
      </p:sp>
      <p:sp>
        <p:nvSpPr>
          <p:cNvPr id="433" name="Google Shape;433;p17"/>
          <p:cNvSpPr/>
          <p:nvPr/>
        </p:nvSpPr>
        <p:spPr>
          <a:xfrm>
            <a:off x="502920" y="3108960"/>
            <a:ext cx="11338560" cy="1280160"/>
          </a:xfrm>
          <a:prstGeom prst="rect">
            <a:avLst/>
          </a:prstGeom>
          <a:solidFill>
            <a:srgbClr val="FEFEFD"/>
          </a:solidFill>
          <a:ln w="1587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502920" y="3108960"/>
            <a:ext cx="73152" cy="1280160"/>
          </a:xfrm>
          <a:prstGeom prst="rect">
            <a:avLst/>
          </a:prstGeom>
          <a:solidFill>
            <a:srgbClr val="1F41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7"/>
          <p:cNvSpPr txBox="1"/>
          <p:nvPr/>
        </p:nvSpPr>
        <p:spPr>
          <a:xfrm>
            <a:off x="685800" y="32004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CAPA DE CONTROLADOR</a:t>
            </a:r>
            <a:endParaRPr lang="es-CL" noProof="0"/>
          </a:p>
        </p:txBody>
      </p:sp>
      <p:sp>
        <p:nvSpPr>
          <p:cNvPr id="436" name="Google Shape;436;p17"/>
          <p:cNvSpPr txBox="1"/>
          <p:nvPr/>
        </p:nvSpPr>
        <p:spPr>
          <a:xfrm>
            <a:off x="685800" y="34564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Controladores Java — patrón  MVC</a:t>
            </a:r>
            <a:endParaRPr lang="es-CL" noProof="0"/>
          </a:p>
        </p:txBody>
      </p:sp>
      <p:sp>
        <p:nvSpPr>
          <p:cNvPr id="437" name="Google Shape;437;p17"/>
          <p:cNvSpPr/>
          <p:nvPr/>
        </p:nvSpPr>
        <p:spPr>
          <a:xfrm>
            <a:off x="3886200" y="3383280"/>
            <a:ext cx="1508760" cy="777240"/>
          </a:xfrm>
          <a:prstGeom prst="rect">
            <a:avLst/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7"/>
          <p:cNvSpPr txBox="1"/>
          <p:nvPr/>
        </p:nvSpPr>
        <p:spPr>
          <a:xfrm>
            <a:off x="3886200" y="3383280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«</a:t>
            </a:r>
            <a:r>
              <a:rPr lang="es-CL" sz="700" b="0" i="1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r>
              <a:rPr lang="es-CL" sz="7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»</a:t>
            </a:r>
            <a:endParaRPr lang="es-CL" noProof="0"/>
          </a:p>
        </p:txBody>
      </p:sp>
      <p:sp>
        <p:nvSpPr>
          <p:cNvPr id="439" name="Google Shape;439;p17"/>
          <p:cNvSpPr txBox="1"/>
          <p:nvPr/>
        </p:nvSpPr>
        <p:spPr>
          <a:xfrm>
            <a:off x="3886200" y="356616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C_Producto</a:t>
            </a:r>
            <a:endParaRPr lang="es-CL" noProof="0"/>
          </a:p>
        </p:txBody>
      </p:sp>
      <p:sp>
        <p:nvSpPr>
          <p:cNvPr id="440" name="Google Shape;440;p17"/>
          <p:cNvSpPr txBox="1"/>
          <p:nvPr/>
        </p:nvSpPr>
        <p:spPr>
          <a:xfrm>
            <a:off x="3886200" y="38862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 b="0" i="1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CU-36, CU-37</a:t>
            </a:r>
            <a:endParaRPr lang="es-CL" noProof="0"/>
          </a:p>
        </p:txBody>
      </p:sp>
      <p:sp>
        <p:nvSpPr>
          <p:cNvPr id="441" name="Google Shape;441;p17"/>
          <p:cNvSpPr/>
          <p:nvPr/>
        </p:nvSpPr>
        <p:spPr>
          <a:xfrm>
            <a:off x="5486400" y="3383280"/>
            <a:ext cx="1508760" cy="777240"/>
          </a:xfrm>
          <a:prstGeom prst="rect">
            <a:avLst/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7"/>
          <p:cNvSpPr txBox="1"/>
          <p:nvPr/>
        </p:nvSpPr>
        <p:spPr>
          <a:xfrm>
            <a:off x="5486400" y="3383280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«</a:t>
            </a:r>
            <a:r>
              <a:rPr lang="es-CL" sz="700" b="0" i="1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r>
              <a:rPr lang="es-CL" sz="7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»</a:t>
            </a:r>
            <a:endParaRPr lang="es-CL" noProof="0"/>
          </a:p>
        </p:txBody>
      </p:sp>
      <p:sp>
        <p:nvSpPr>
          <p:cNvPr id="443" name="Google Shape;443;p17"/>
          <p:cNvSpPr txBox="1"/>
          <p:nvPr/>
        </p:nvSpPr>
        <p:spPr>
          <a:xfrm>
            <a:off x="5486400" y="356616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C_Proveedor</a:t>
            </a:r>
            <a:endParaRPr lang="es-CL" noProof="0"/>
          </a:p>
        </p:txBody>
      </p:sp>
      <p:sp>
        <p:nvSpPr>
          <p:cNvPr id="444" name="Google Shape;444;p17"/>
          <p:cNvSpPr txBox="1"/>
          <p:nvPr/>
        </p:nvSpPr>
        <p:spPr>
          <a:xfrm>
            <a:off x="5486400" y="38862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 b="0" i="1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CU-38 a CU-41</a:t>
            </a:r>
            <a:endParaRPr lang="es-CL" noProof="0"/>
          </a:p>
        </p:txBody>
      </p:sp>
      <p:sp>
        <p:nvSpPr>
          <p:cNvPr id="445" name="Google Shape;445;p17"/>
          <p:cNvSpPr/>
          <p:nvPr/>
        </p:nvSpPr>
        <p:spPr>
          <a:xfrm>
            <a:off x="7086600" y="3383280"/>
            <a:ext cx="1508760" cy="777240"/>
          </a:xfrm>
          <a:prstGeom prst="rect">
            <a:avLst/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7"/>
          <p:cNvSpPr txBox="1"/>
          <p:nvPr/>
        </p:nvSpPr>
        <p:spPr>
          <a:xfrm>
            <a:off x="7086600" y="3383280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«</a:t>
            </a:r>
            <a:r>
              <a:rPr lang="es-CL" sz="700" b="0" i="1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r>
              <a:rPr lang="es-CL" sz="7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»</a:t>
            </a:r>
            <a:endParaRPr lang="es-CL" noProof="0"/>
          </a:p>
        </p:txBody>
      </p:sp>
      <p:sp>
        <p:nvSpPr>
          <p:cNvPr id="447" name="Google Shape;447;p17"/>
          <p:cNvSpPr txBox="1"/>
          <p:nvPr/>
        </p:nvSpPr>
        <p:spPr>
          <a:xfrm>
            <a:off x="7086600" y="356616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C_AjusteInventario</a:t>
            </a:r>
            <a:endParaRPr lang="es-CL" noProof="0"/>
          </a:p>
        </p:txBody>
      </p:sp>
      <p:sp>
        <p:nvSpPr>
          <p:cNvPr id="448" name="Google Shape;448;p17"/>
          <p:cNvSpPr txBox="1"/>
          <p:nvPr/>
        </p:nvSpPr>
        <p:spPr>
          <a:xfrm>
            <a:off x="7086600" y="38862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 b="0" i="1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CU-51 a CU-58</a:t>
            </a:r>
            <a:endParaRPr lang="es-CL" noProof="0"/>
          </a:p>
        </p:txBody>
      </p:sp>
      <p:sp>
        <p:nvSpPr>
          <p:cNvPr id="449" name="Google Shape;449;p17"/>
          <p:cNvSpPr/>
          <p:nvPr/>
        </p:nvSpPr>
        <p:spPr>
          <a:xfrm>
            <a:off x="8686800" y="3383280"/>
            <a:ext cx="1508760" cy="777240"/>
          </a:xfrm>
          <a:prstGeom prst="rect">
            <a:avLst/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7"/>
          <p:cNvSpPr txBox="1"/>
          <p:nvPr/>
        </p:nvSpPr>
        <p:spPr>
          <a:xfrm>
            <a:off x="8686800" y="3383280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«</a:t>
            </a:r>
            <a:r>
              <a:rPr lang="es-CL" sz="700" b="0" i="1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r>
              <a:rPr lang="es-CL" sz="7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»</a:t>
            </a:r>
            <a:endParaRPr lang="es-CL" noProof="0"/>
          </a:p>
        </p:txBody>
      </p:sp>
      <p:sp>
        <p:nvSpPr>
          <p:cNvPr id="451" name="Google Shape;451;p17"/>
          <p:cNvSpPr txBox="1"/>
          <p:nvPr/>
        </p:nvSpPr>
        <p:spPr>
          <a:xfrm>
            <a:off x="8686800" y="356616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C_GestionFactura</a:t>
            </a:r>
            <a:endParaRPr lang="es-CL" noProof="0"/>
          </a:p>
        </p:txBody>
      </p:sp>
      <p:sp>
        <p:nvSpPr>
          <p:cNvPr id="452" name="Google Shape;452;p17"/>
          <p:cNvSpPr txBox="1"/>
          <p:nvPr/>
        </p:nvSpPr>
        <p:spPr>
          <a:xfrm>
            <a:off x="8686800" y="38862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 b="0" i="1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CU-42 a CU-47, CU-59, CU-60</a:t>
            </a:r>
            <a:endParaRPr lang="es-CL" noProof="0"/>
          </a:p>
        </p:txBody>
      </p:sp>
      <p:sp>
        <p:nvSpPr>
          <p:cNvPr id="453" name="Google Shape;453;p17"/>
          <p:cNvSpPr/>
          <p:nvPr/>
        </p:nvSpPr>
        <p:spPr>
          <a:xfrm>
            <a:off x="10287000" y="3383280"/>
            <a:ext cx="1508760" cy="777240"/>
          </a:xfrm>
          <a:prstGeom prst="rect">
            <a:avLst/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7"/>
          <p:cNvSpPr txBox="1"/>
          <p:nvPr/>
        </p:nvSpPr>
        <p:spPr>
          <a:xfrm>
            <a:off x="10287000" y="3383280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«</a:t>
            </a:r>
            <a:r>
              <a:rPr lang="es-CL" sz="700" b="0" i="1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r>
              <a:rPr lang="es-CL" sz="7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»</a:t>
            </a:r>
            <a:endParaRPr lang="es-CL" noProof="0"/>
          </a:p>
        </p:txBody>
      </p:sp>
      <p:sp>
        <p:nvSpPr>
          <p:cNvPr id="455" name="Google Shape;455;p17"/>
          <p:cNvSpPr txBox="1"/>
          <p:nvPr/>
        </p:nvSpPr>
        <p:spPr>
          <a:xfrm>
            <a:off x="10287000" y="356616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C_ValidacionArchivo (nuevo)</a:t>
            </a:r>
            <a:endParaRPr lang="es-CL" noProof="0"/>
          </a:p>
        </p:txBody>
      </p:sp>
      <p:sp>
        <p:nvSpPr>
          <p:cNvPr id="456" name="Google Shape;456;p17"/>
          <p:cNvSpPr txBox="1"/>
          <p:nvPr/>
        </p:nvSpPr>
        <p:spPr>
          <a:xfrm>
            <a:off x="10287000" y="38862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 b="0" i="1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CU-48 a CU-50, CU-61</a:t>
            </a:r>
            <a:endParaRPr lang="es-CL" noProof="0"/>
          </a:p>
        </p:txBody>
      </p:sp>
      <p:sp>
        <p:nvSpPr>
          <p:cNvPr id="457" name="Google Shape;457;p17"/>
          <p:cNvSpPr/>
          <p:nvPr/>
        </p:nvSpPr>
        <p:spPr>
          <a:xfrm>
            <a:off x="502920" y="4526280"/>
            <a:ext cx="11338560" cy="1280160"/>
          </a:xfrm>
          <a:prstGeom prst="rect">
            <a:avLst/>
          </a:prstGeom>
          <a:solidFill>
            <a:srgbClr val="FEFEFD"/>
          </a:solidFill>
          <a:ln w="1587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7"/>
          <p:cNvSpPr/>
          <p:nvPr/>
        </p:nvSpPr>
        <p:spPr>
          <a:xfrm>
            <a:off x="502920" y="4526280"/>
            <a:ext cx="73152" cy="1280160"/>
          </a:xfrm>
          <a:prstGeom prst="rect">
            <a:avLst/>
          </a:prstGeom>
          <a:solidFill>
            <a:srgbClr val="1F41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7"/>
          <p:cNvSpPr txBox="1"/>
          <p:nvPr/>
        </p:nvSpPr>
        <p:spPr>
          <a:xfrm>
            <a:off x="685800" y="46177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CAPA DE MODELO — SERVICIOS Y DAO</a:t>
            </a:r>
            <a:endParaRPr lang="es-CL" noProof="0"/>
          </a:p>
        </p:txBody>
      </p:sp>
      <p:sp>
        <p:nvSpPr>
          <p:cNvPr id="460" name="Google Shape;460;p17"/>
          <p:cNvSpPr txBox="1"/>
          <p:nvPr/>
        </p:nvSpPr>
        <p:spPr>
          <a:xfrm>
            <a:off x="685800" y="48737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DAO / JDBC — repositorios de acceso a datos</a:t>
            </a:r>
            <a:endParaRPr lang="es-CL" noProof="0"/>
          </a:p>
        </p:txBody>
      </p:sp>
      <p:sp>
        <p:nvSpPr>
          <p:cNvPr id="461" name="Google Shape;461;p17"/>
          <p:cNvSpPr/>
          <p:nvPr/>
        </p:nvSpPr>
        <p:spPr>
          <a:xfrm>
            <a:off x="3474720" y="480060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7"/>
          <p:cNvSpPr txBox="1"/>
          <p:nvPr/>
        </p:nvSpPr>
        <p:spPr>
          <a:xfrm>
            <a:off x="3474720" y="48006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PerfilDAO</a:t>
            </a:r>
            <a:endParaRPr lang="es-CL" noProof="0"/>
          </a:p>
        </p:txBody>
      </p:sp>
      <p:sp>
        <p:nvSpPr>
          <p:cNvPr id="463" name="Google Shape;463;p17"/>
          <p:cNvSpPr/>
          <p:nvPr/>
        </p:nvSpPr>
        <p:spPr>
          <a:xfrm>
            <a:off x="4645152" y="480060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7"/>
          <p:cNvSpPr txBox="1"/>
          <p:nvPr/>
        </p:nvSpPr>
        <p:spPr>
          <a:xfrm>
            <a:off x="4645152" y="48006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UsuarioDAO</a:t>
            </a:r>
            <a:endParaRPr lang="es-CL" noProof="0"/>
          </a:p>
        </p:txBody>
      </p:sp>
      <p:sp>
        <p:nvSpPr>
          <p:cNvPr id="465" name="Google Shape;465;p17"/>
          <p:cNvSpPr/>
          <p:nvPr/>
        </p:nvSpPr>
        <p:spPr>
          <a:xfrm>
            <a:off x="5815584" y="480060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7"/>
          <p:cNvSpPr txBox="1"/>
          <p:nvPr/>
        </p:nvSpPr>
        <p:spPr>
          <a:xfrm>
            <a:off x="5815584" y="48006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ProductoDAO</a:t>
            </a:r>
            <a:endParaRPr lang="es-CL" noProof="0"/>
          </a:p>
        </p:txBody>
      </p:sp>
      <p:sp>
        <p:nvSpPr>
          <p:cNvPr id="467" name="Google Shape;467;p17"/>
          <p:cNvSpPr/>
          <p:nvPr/>
        </p:nvSpPr>
        <p:spPr>
          <a:xfrm>
            <a:off x="6986016" y="480060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7"/>
          <p:cNvSpPr txBox="1"/>
          <p:nvPr/>
        </p:nvSpPr>
        <p:spPr>
          <a:xfrm>
            <a:off x="6986016" y="48006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ProveedorDAO</a:t>
            </a:r>
            <a:endParaRPr lang="es-CL" noProof="0"/>
          </a:p>
        </p:txBody>
      </p:sp>
      <p:sp>
        <p:nvSpPr>
          <p:cNvPr id="469" name="Google Shape;469;p17"/>
          <p:cNvSpPr/>
          <p:nvPr/>
        </p:nvSpPr>
        <p:spPr>
          <a:xfrm>
            <a:off x="8156448" y="480060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7"/>
          <p:cNvSpPr txBox="1"/>
          <p:nvPr/>
        </p:nvSpPr>
        <p:spPr>
          <a:xfrm>
            <a:off x="8156448" y="48006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EquivalenciaDAO</a:t>
            </a:r>
            <a:endParaRPr lang="es-CL" noProof="0"/>
          </a:p>
        </p:txBody>
      </p:sp>
      <p:sp>
        <p:nvSpPr>
          <p:cNvPr id="471" name="Google Shape;471;p17"/>
          <p:cNvSpPr/>
          <p:nvPr/>
        </p:nvSpPr>
        <p:spPr>
          <a:xfrm>
            <a:off x="9326880" y="480060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7"/>
          <p:cNvSpPr txBox="1"/>
          <p:nvPr/>
        </p:nvSpPr>
        <p:spPr>
          <a:xfrm>
            <a:off x="9326880" y="48006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FacturaDAO</a:t>
            </a:r>
            <a:endParaRPr lang="es-CL" noProof="0"/>
          </a:p>
        </p:txBody>
      </p:sp>
      <p:sp>
        <p:nvSpPr>
          <p:cNvPr id="473" name="Google Shape;473;p17"/>
          <p:cNvSpPr/>
          <p:nvPr/>
        </p:nvSpPr>
        <p:spPr>
          <a:xfrm>
            <a:off x="3474720" y="521208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7"/>
          <p:cNvSpPr txBox="1"/>
          <p:nvPr/>
        </p:nvSpPr>
        <p:spPr>
          <a:xfrm>
            <a:off x="3474720" y="5212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ItemFacturaDAO</a:t>
            </a:r>
            <a:endParaRPr lang="es-CL" noProof="0"/>
          </a:p>
        </p:txBody>
      </p:sp>
      <p:sp>
        <p:nvSpPr>
          <p:cNvPr id="475" name="Google Shape;475;p17"/>
          <p:cNvSpPr/>
          <p:nvPr/>
        </p:nvSpPr>
        <p:spPr>
          <a:xfrm>
            <a:off x="4645152" y="521208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7"/>
          <p:cNvSpPr txBox="1"/>
          <p:nvPr/>
        </p:nvSpPr>
        <p:spPr>
          <a:xfrm>
            <a:off x="4645152" y="5212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AjusteInvDAO</a:t>
            </a:r>
            <a:endParaRPr lang="es-CL" noProof="0"/>
          </a:p>
        </p:txBody>
      </p:sp>
      <p:sp>
        <p:nvSpPr>
          <p:cNvPr id="477" name="Google Shape;477;p17"/>
          <p:cNvSpPr/>
          <p:nvPr/>
        </p:nvSpPr>
        <p:spPr>
          <a:xfrm>
            <a:off x="5815584" y="521208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7"/>
          <p:cNvSpPr txBox="1"/>
          <p:nvPr/>
        </p:nvSpPr>
        <p:spPr>
          <a:xfrm>
            <a:off x="5815584" y="5212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ItemAjusteDAO</a:t>
            </a:r>
            <a:endParaRPr lang="es-CL" noProof="0"/>
          </a:p>
        </p:txBody>
      </p:sp>
      <p:sp>
        <p:nvSpPr>
          <p:cNvPr id="479" name="Google Shape;479;p17"/>
          <p:cNvSpPr/>
          <p:nvPr/>
        </p:nvSpPr>
        <p:spPr>
          <a:xfrm>
            <a:off x="6986016" y="521208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7"/>
          <p:cNvSpPr txBox="1"/>
          <p:nvPr/>
        </p:nvSpPr>
        <p:spPr>
          <a:xfrm>
            <a:off x="6986016" y="5212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ServicioProcesamiento</a:t>
            </a:r>
            <a:endParaRPr lang="es-CL" noProof="0"/>
          </a:p>
        </p:txBody>
      </p:sp>
      <p:sp>
        <p:nvSpPr>
          <p:cNvPr id="481" name="Google Shape;481;p17"/>
          <p:cNvSpPr/>
          <p:nvPr/>
        </p:nvSpPr>
        <p:spPr>
          <a:xfrm>
            <a:off x="8156448" y="5212080"/>
            <a:ext cx="1097280" cy="32004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9525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7"/>
          <p:cNvSpPr txBox="1"/>
          <p:nvPr/>
        </p:nvSpPr>
        <p:spPr>
          <a:xfrm>
            <a:off x="8156448" y="52120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ValidacionArchivoDAO (nuevo)</a:t>
            </a:r>
            <a:endParaRPr lang="es-CL" noProof="0"/>
          </a:p>
        </p:txBody>
      </p:sp>
      <p:sp>
        <p:nvSpPr>
          <p:cNvPr id="483" name="Google Shape;483;p17"/>
          <p:cNvSpPr/>
          <p:nvPr/>
        </p:nvSpPr>
        <p:spPr>
          <a:xfrm>
            <a:off x="10652760" y="4754880"/>
            <a:ext cx="1143000" cy="868680"/>
          </a:xfrm>
          <a:prstGeom prst="can">
            <a:avLst>
              <a:gd name="adj" fmla="val 25000"/>
            </a:avLst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7"/>
          <p:cNvSpPr txBox="1"/>
          <p:nvPr/>
        </p:nvSpPr>
        <p:spPr>
          <a:xfrm>
            <a:off x="10652760" y="502920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1" i="0" u="none" strike="noStrike" cap="none" noProof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minimarket_db</a:t>
            </a:r>
            <a:endParaRPr lang="es-CL" noProof="0"/>
          </a:p>
        </p:txBody>
      </p:sp>
      <p:sp>
        <p:nvSpPr>
          <p:cNvPr id="485" name="Google Shape;485;p17"/>
          <p:cNvSpPr txBox="1"/>
          <p:nvPr/>
        </p:nvSpPr>
        <p:spPr>
          <a:xfrm>
            <a:off x="10652760" y="52578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0" i="1" u="none" strike="noStrike" cap="none" noProof="0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MySQL 8.0</a:t>
            </a:r>
            <a:endParaRPr lang="es-CL" noProof="0"/>
          </a:p>
        </p:txBody>
      </p:sp>
      <p:cxnSp>
        <p:nvCxnSpPr>
          <p:cNvPr id="486" name="Google Shape;486;p17"/>
          <p:cNvCxnSpPr/>
          <p:nvPr/>
        </p:nvCxnSpPr>
        <p:spPr>
          <a:xfrm>
            <a:off x="6035040" y="2971800"/>
            <a:ext cx="0" cy="137160"/>
          </a:xfrm>
          <a:prstGeom prst="straightConnector1">
            <a:avLst/>
          </a:prstGeom>
          <a:noFill/>
          <a:ln w="19050" cap="flat" cmpd="sng">
            <a:solidFill>
              <a:srgbClr val="B58A2C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487" name="Google Shape;487;p17"/>
          <p:cNvCxnSpPr/>
          <p:nvPr/>
        </p:nvCxnSpPr>
        <p:spPr>
          <a:xfrm>
            <a:off x="6035040" y="4389120"/>
            <a:ext cx="0" cy="137160"/>
          </a:xfrm>
          <a:prstGeom prst="straightConnector1">
            <a:avLst/>
          </a:prstGeom>
          <a:noFill/>
          <a:ln w="19050" cap="flat" cmpd="sng">
            <a:solidFill>
              <a:srgbClr val="B58A2C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488" name="Google Shape;488;p17"/>
          <p:cNvSpPr/>
          <p:nvPr/>
        </p:nvSpPr>
        <p:spPr>
          <a:xfrm>
            <a:off x="502920" y="5852160"/>
            <a:ext cx="11338560" cy="502920"/>
          </a:xfrm>
          <a:prstGeom prst="rect">
            <a:avLst/>
          </a:prstGeom>
          <a:solidFill>
            <a:srgbClr val="1432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502920" y="5852160"/>
            <a:ext cx="73152" cy="502920"/>
          </a:xfrm>
          <a:prstGeom prst="rect">
            <a:avLst/>
          </a:prstGeom>
          <a:solidFill>
            <a:srgbClr val="B58A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7"/>
          <p:cNvSpPr txBox="1"/>
          <p:nvPr/>
        </p:nvSpPr>
        <p:spPr>
          <a:xfrm>
            <a:off x="777240" y="6018981"/>
            <a:ext cx="109728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Dependencias: Vista → Controlador → Modelo/DAO   ·   Traza: cada RF del Inc.2 atraviesa las 3 capas</a:t>
            </a:r>
            <a:endParaRPr lang="es-CL" noProof="0"/>
          </a:p>
        </p:txBody>
      </p:sp>
      <p:sp>
        <p:nvSpPr>
          <p:cNvPr id="3" name="Google Shape;274;p7">
            <a:extLst>
              <a:ext uri="{FF2B5EF4-FFF2-40B4-BE49-F238E27FC236}">
                <a16:creationId xmlns:a16="http://schemas.microsoft.com/office/drawing/2014/main" id="{1058D967-61C1-D693-AACE-5AD39F08D026}"/>
              </a:ext>
            </a:extLst>
          </p:cNvPr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s-CL" sz="900" b="1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E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8"/>
          <p:cNvSpPr txBox="1"/>
          <p:nvPr/>
        </p:nvSpPr>
        <p:spPr>
          <a:xfrm>
            <a:off x="502920" y="274320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i="0" u="none" strike="noStrike" cap="none" noProof="0">
                <a:solidFill>
                  <a:srgbClr val="1F4133"/>
                </a:solidFill>
                <a:latin typeface="Georgia"/>
                <a:ea typeface="Georgia"/>
                <a:cs typeface="Georgia"/>
                <a:sym typeface="Georgia"/>
              </a:rPr>
              <a:t>5.5. Vista Física · Despliegue</a:t>
            </a:r>
            <a:endParaRPr lang="es-CL" noProof="0"/>
          </a:p>
        </p:txBody>
      </p:sp>
      <p:sp>
        <p:nvSpPr>
          <p:cNvPr id="497" name="Google Shape;497;p18"/>
          <p:cNvSpPr txBox="1"/>
          <p:nvPr/>
        </p:nvSpPr>
        <p:spPr>
          <a:xfrm>
            <a:off x="502920" y="960120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0" i="1" u="none" strike="noStrike" cap="none" noProof="0">
                <a:solidFill>
                  <a:srgbClr val="3C4640"/>
                </a:solidFill>
                <a:latin typeface="Georgia"/>
                <a:ea typeface="Georgia"/>
                <a:cs typeface="Georgia"/>
                <a:sym typeface="Georgia"/>
              </a:rPr>
              <a:t>Sin cambios respecto del Incremento 1 · LAN local · 3 clientes + 1 servidor BD + 1 NAS de respaldo</a:t>
            </a:r>
            <a:endParaRPr lang="es-CL" noProof="0"/>
          </a:p>
        </p:txBody>
      </p:sp>
      <p:sp>
        <p:nvSpPr>
          <p:cNvPr id="498" name="Google Shape;498;p18"/>
          <p:cNvSpPr/>
          <p:nvPr/>
        </p:nvSpPr>
        <p:spPr>
          <a:xfrm>
            <a:off x="9921240" y="320040"/>
            <a:ext cx="1920240" cy="502920"/>
          </a:xfrm>
          <a:prstGeom prst="rect">
            <a:avLst/>
          </a:prstGeom>
          <a:solidFill>
            <a:srgbClr val="F5F0E1"/>
          </a:solidFill>
          <a:ln w="12700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8"/>
          <p:cNvSpPr txBox="1"/>
          <p:nvPr/>
        </p:nvSpPr>
        <p:spPr>
          <a:xfrm>
            <a:off x="9921240" y="494556"/>
            <a:ext cx="192024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Inc</a:t>
            </a:r>
            <a:r>
              <a:rPr lang="es-CL" sz="10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 2 · §4.5</a:t>
            </a:r>
            <a:endParaRPr lang="es-CL" noProof="0"/>
          </a:p>
        </p:txBody>
      </p:sp>
      <p:sp>
        <p:nvSpPr>
          <p:cNvPr id="500" name="Google Shape;500;p18"/>
          <p:cNvSpPr/>
          <p:nvPr/>
        </p:nvSpPr>
        <p:spPr>
          <a:xfrm>
            <a:off x="502920" y="1645920"/>
            <a:ext cx="11338560" cy="4160520"/>
          </a:xfrm>
          <a:prstGeom prst="roundRect">
            <a:avLst>
              <a:gd name="adj" fmla="val 16667"/>
            </a:avLst>
          </a:prstGeom>
          <a:solidFill>
            <a:srgbClr val="FEFEFD"/>
          </a:solidFill>
          <a:ln w="19050" cap="flat" cmpd="sng">
            <a:solidFill>
              <a:srgbClr val="B58A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8"/>
          <p:cNvSpPr txBox="1"/>
          <p:nvPr/>
        </p:nvSpPr>
        <p:spPr>
          <a:xfrm>
            <a:off x="984613" y="17190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RED LAN LOCAL — </a:t>
            </a:r>
            <a:r>
              <a:rPr lang="es-CL" sz="900" b="1" i="0" u="none" strike="noStrike" cap="none" noProof="0" err="1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Minimarket</a:t>
            </a:r>
            <a:r>
              <a:rPr lang="es-CL" sz="9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900" b="1" i="0" u="none" strike="noStrike" cap="none" noProof="0" err="1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Antucayen</a:t>
            </a:r>
            <a:endParaRPr lang="es-CL" noProof="0"/>
          </a:p>
        </p:txBody>
      </p:sp>
      <p:sp>
        <p:nvSpPr>
          <p:cNvPr id="502" name="Google Shape;502;p18"/>
          <p:cNvSpPr/>
          <p:nvPr/>
        </p:nvSpPr>
        <p:spPr>
          <a:xfrm>
            <a:off x="868680" y="2103120"/>
            <a:ext cx="3108960" cy="2880360"/>
          </a:xfrm>
          <a:prstGeom prst="rect">
            <a:avLst/>
          </a:prstGeom>
          <a:solidFill>
            <a:srgbClr val="FEFEFD"/>
          </a:solidFill>
          <a:ln w="19050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868680" y="2103120"/>
            <a:ext cx="3108960" cy="292608"/>
          </a:xfrm>
          <a:prstGeom prst="rect">
            <a:avLst/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8"/>
          <p:cNvSpPr txBox="1"/>
          <p:nvPr/>
        </p:nvSpPr>
        <p:spPr>
          <a:xfrm>
            <a:off x="868680" y="210312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0" i="1" u="none" strike="noStrike" cap="none" noProof="0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«</a:t>
            </a:r>
            <a:r>
              <a:rPr lang="es-CL" sz="800" b="0" i="1" u="none" strike="noStrike" cap="none" noProof="0" err="1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device</a:t>
            </a:r>
            <a:r>
              <a:rPr lang="es-CL" sz="800" b="0" i="1" u="none" strike="noStrike" cap="none" noProof="0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»</a:t>
            </a:r>
            <a:endParaRPr lang="es-CL" noProof="0"/>
          </a:p>
        </p:txBody>
      </p:sp>
      <p:sp>
        <p:nvSpPr>
          <p:cNvPr id="505" name="Google Shape;505;p18"/>
          <p:cNvSpPr txBox="1"/>
          <p:nvPr/>
        </p:nvSpPr>
        <p:spPr>
          <a:xfrm>
            <a:off x="868680" y="2395728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Servidor de Base de Datos</a:t>
            </a:r>
            <a:endParaRPr lang="es-CL" noProof="0"/>
          </a:p>
        </p:txBody>
      </p:sp>
      <p:sp>
        <p:nvSpPr>
          <p:cNvPr id="506" name="Google Shape;506;p18"/>
          <p:cNvSpPr/>
          <p:nvPr/>
        </p:nvSpPr>
        <p:spPr>
          <a:xfrm>
            <a:off x="960120" y="2761488"/>
            <a:ext cx="2926080" cy="274320"/>
          </a:xfrm>
          <a:prstGeom prst="roundRect">
            <a:avLst>
              <a:gd name="adj" fmla="val 16667"/>
            </a:avLst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8"/>
          <p:cNvSpPr txBox="1"/>
          <p:nvPr/>
        </p:nvSpPr>
        <p:spPr>
          <a:xfrm>
            <a:off x="960120" y="276148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«</a:t>
            </a:r>
            <a:r>
              <a:rPr lang="es-CL" sz="8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artifact</a:t>
            </a:r>
            <a:r>
              <a:rPr lang="es-CL" sz="8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»  cliente-swing.jar</a:t>
            </a:r>
            <a:endParaRPr lang="es-CL" noProof="0"/>
          </a:p>
        </p:txBody>
      </p:sp>
      <p:sp>
        <p:nvSpPr>
          <p:cNvPr id="508" name="Google Shape;508;p18"/>
          <p:cNvSpPr txBox="1"/>
          <p:nvPr/>
        </p:nvSpPr>
        <p:spPr>
          <a:xfrm>
            <a:off x="960120" y="303580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Java Swing · JVM 17</a:t>
            </a:r>
            <a:endParaRPr lang="es-CL" noProof="0"/>
          </a:p>
        </p:txBody>
      </p:sp>
      <p:sp>
        <p:nvSpPr>
          <p:cNvPr id="509" name="Google Shape;509;p18"/>
          <p:cNvSpPr/>
          <p:nvPr/>
        </p:nvSpPr>
        <p:spPr>
          <a:xfrm>
            <a:off x="960120" y="3264408"/>
            <a:ext cx="2926080" cy="274320"/>
          </a:xfrm>
          <a:prstGeom prst="roundRect">
            <a:avLst>
              <a:gd name="adj" fmla="val 16667"/>
            </a:avLst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8"/>
          <p:cNvSpPr txBox="1"/>
          <p:nvPr/>
        </p:nvSpPr>
        <p:spPr>
          <a:xfrm>
            <a:off x="960120" y="326440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«</a:t>
            </a:r>
            <a:r>
              <a:rPr lang="es-CL" sz="8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artifact</a:t>
            </a:r>
            <a:r>
              <a:rPr lang="es-CL" sz="8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»  </a:t>
            </a:r>
            <a:r>
              <a:rPr lang="es-CL" sz="8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minimarket_db</a:t>
            </a:r>
            <a:endParaRPr lang="es-CL" noProof="0"/>
          </a:p>
        </p:txBody>
      </p:sp>
      <p:sp>
        <p:nvSpPr>
          <p:cNvPr id="511" name="Google Shape;511;p18"/>
          <p:cNvSpPr txBox="1"/>
          <p:nvPr/>
        </p:nvSpPr>
        <p:spPr>
          <a:xfrm>
            <a:off x="960120" y="3538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MySQL Server 8.0</a:t>
            </a:r>
            <a:endParaRPr lang="es-CL" noProof="0"/>
          </a:p>
        </p:txBody>
      </p:sp>
      <p:sp>
        <p:nvSpPr>
          <p:cNvPr id="512" name="Google Shape;512;p18"/>
          <p:cNvSpPr/>
          <p:nvPr/>
        </p:nvSpPr>
        <p:spPr>
          <a:xfrm>
            <a:off x="960120" y="3767328"/>
            <a:ext cx="2926080" cy="274320"/>
          </a:xfrm>
          <a:prstGeom prst="roundRect">
            <a:avLst>
              <a:gd name="adj" fmla="val 16667"/>
            </a:avLst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8"/>
          <p:cNvSpPr txBox="1"/>
          <p:nvPr/>
        </p:nvSpPr>
        <p:spPr>
          <a:xfrm>
            <a:off x="960120" y="376732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«</a:t>
            </a:r>
            <a:r>
              <a:rPr lang="es-CL" sz="8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artifact</a:t>
            </a:r>
            <a:r>
              <a:rPr lang="es-CL" sz="8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»  </a:t>
            </a:r>
            <a:r>
              <a:rPr lang="es-CL" sz="8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Acceso directo</a:t>
            </a:r>
            <a:r>
              <a:rPr lang="es-CL" sz="8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 a BD</a:t>
            </a:r>
            <a:endParaRPr lang="es-CL" noProof="0"/>
          </a:p>
        </p:txBody>
      </p:sp>
      <p:sp>
        <p:nvSpPr>
          <p:cNvPr id="514" name="Google Shape;514;p18"/>
          <p:cNvSpPr txBox="1"/>
          <p:nvPr/>
        </p:nvSpPr>
        <p:spPr>
          <a:xfrm>
            <a:off x="960120" y="404164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JDBC</a:t>
            </a:r>
            <a:endParaRPr lang="es-CL" noProof="0"/>
          </a:p>
        </p:txBody>
      </p:sp>
      <p:sp>
        <p:nvSpPr>
          <p:cNvPr id="515" name="Google Shape;515;p18"/>
          <p:cNvSpPr/>
          <p:nvPr/>
        </p:nvSpPr>
        <p:spPr>
          <a:xfrm>
            <a:off x="4572000" y="2286000"/>
            <a:ext cx="2834640" cy="2697480"/>
          </a:xfrm>
          <a:prstGeom prst="rect">
            <a:avLst/>
          </a:prstGeom>
          <a:solidFill>
            <a:srgbClr val="FEFEFD"/>
          </a:solidFill>
          <a:ln w="19050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4572000" y="2286000"/>
            <a:ext cx="2834640" cy="292608"/>
          </a:xfrm>
          <a:prstGeom prst="rect">
            <a:avLst/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8"/>
          <p:cNvSpPr txBox="1"/>
          <p:nvPr/>
        </p:nvSpPr>
        <p:spPr>
          <a:xfrm>
            <a:off x="4572000" y="22860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0" i="1" u="none" strike="noStrike" cap="none" noProof="0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«</a:t>
            </a:r>
            <a:r>
              <a:rPr lang="es-CL" sz="800" b="0" i="1" u="none" strike="noStrike" cap="none" noProof="0" err="1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device</a:t>
            </a:r>
            <a:r>
              <a:rPr lang="es-CL" sz="800" b="0" i="1" u="none" strike="noStrike" cap="none" noProof="0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»</a:t>
            </a:r>
            <a:endParaRPr lang="es-CL" noProof="0"/>
          </a:p>
        </p:txBody>
      </p:sp>
      <p:sp>
        <p:nvSpPr>
          <p:cNvPr id="518" name="Google Shape;518;p18"/>
          <p:cNvSpPr txBox="1"/>
          <p:nvPr/>
        </p:nvSpPr>
        <p:spPr>
          <a:xfrm>
            <a:off x="4572000" y="257860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PC Bodeguero</a:t>
            </a:r>
            <a:endParaRPr lang="es-CL" noProof="0"/>
          </a:p>
        </p:txBody>
      </p:sp>
      <p:sp>
        <p:nvSpPr>
          <p:cNvPr id="519" name="Google Shape;519;p18"/>
          <p:cNvSpPr/>
          <p:nvPr/>
        </p:nvSpPr>
        <p:spPr>
          <a:xfrm>
            <a:off x="4663440" y="2944368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8"/>
          <p:cNvSpPr txBox="1"/>
          <p:nvPr/>
        </p:nvSpPr>
        <p:spPr>
          <a:xfrm>
            <a:off x="4663440" y="294436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«</a:t>
            </a:r>
            <a:r>
              <a:rPr lang="es-CL" sz="8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artifact</a:t>
            </a:r>
            <a:r>
              <a:rPr lang="es-CL" sz="8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»  cliente-swing.jar</a:t>
            </a:r>
            <a:endParaRPr lang="es-CL" noProof="0"/>
          </a:p>
        </p:txBody>
      </p:sp>
      <p:sp>
        <p:nvSpPr>
          <p:cNvPr id="521" name="Google Shape;521;p18"/>
          <p:cNvSpPr txBox="1"/>
          <p:nvPr/>
        </p:nvSpPr>
        <p:spPr>
          <a:xfrm>
            <a:off x="4663440" y="3218688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Java Swing · JVM 17</a:t>
            </a:r>
            <a:endParaRPr lang="es-CL" noProof="0"/>
          </a:p>
        </p:txBody>
      </p:sp>
      <p:sp>
        <p:nvSpPr>
          <p:cNvPr id="522" name="Google Shape;522;p18"/>
          <p:cNvSpPr/>
          <p:nvPr/>
        </p:nvSpPr>
        <p:spPr>
          <a:xfrm>
            <a:off x="4663440" y="3447288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8"/>
          <p:cNvSpPr txBox="1"/>
          <p:nvPr/>
        </p:nvSpPr>
        <p:spPr>
          <a:xfrm>
            <a:off x="4663440" y="344728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«</a:t>
            </a:r>
            <a:r>
              <a:rPr lang="es-CL" sz="8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artifact</a:t>
            </a:r>
            <a:r>
              <a:rPr lang="es-CL" sz="8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»  Lector cód. barras</a:t>
            </a:r>
            <a:endParaRPr lang="es-CL" noProof="0"/>
          </a:p>
        </p:txBody>
      </p:sp>
      <p:sp>
        <p:nvSpPr>
          <p:cNvPr id="524" name="Google Shape;524;p18"/>
          <p:cNvSpPr txBox="1"/>
          <p:nvPr/>
        </p:nvSpPr>
        <p:spPr>
          <a:xfrm>
            <a:off x="4663440" y="3721608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USB HID estándar</a:t>
            </a:r>
            <a:endParaRPr lang="es-CL" noProof="0"/>
          </a:p>
        </p:txBody>
      </p:sp>
      <p:sp>
        <p:nvSpPr>
          <p:cNvPr id="525" name="Google Shape;525;p18"/>
          <p:cNvSpPr/>
          <p:nvPr/>
        </p:nvSpPr>
        <p:spPr>
          <a:xfrm>
            <a:off x="7955279" y="2286000"/>
            <a:ext cx="2834640" cy="2194560"/>
          </a:xfrm>
          <a:prstGeom prst="rect">
            <a:avLst/>
          </a:prstGeom>
          <a:solidFill>
            <a:srgbClr val="FEFEFD"/>
          </a:solidFill>
          <a:ln w="19050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8"/>
          <p:cNvSpPr/>
          <p:nvPr/>
        </p:nvSpPr>
        <p:spPr>
          <a:xfrm>
            <a:off x="7955279" y="2286000"/>
            <a:ext cx="2834640" cy="292608"/>
          </a:xfrm>
          <a:prstGeom prst="rect">
            <a:avLst/>
          </a:prstGeom>
          <a:solidFill>
            <a:srgbClr val="1F4133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8"/>
          <p:cNvSpPr txBox="1"/>
          <p:nvPr/>
        </p:nvSpPr>
        <p:spPr>
          <a:xfrm>
            <a:off x="7955279" y="22860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0" i="1" u="none" strike="noStrike" cap="none" noProof="0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«</a:t>
            </a:r>
            <a:r>
              <a:rPr lang="es-CL" sz="800" b="0" i="1" u="none" strike="noStrike" cap="none" noProof="0" err="1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device</a:t>
            </a:r>
            <a:r>
              <a:rPr lang="es-CL" sz="800" b="0" i="1" u="none" strike="noStrike" cap="none" noProof="0">
                <a:solidFill>
                  <a:srgbClr val="E8D8A8"/>
                </a:solidFill>
                <a:latin typeface="Calibri"/>
                <a:ea typeface="Calibri"/>
                <a:cs typeface="Calibri"/>
                <a:sym typeface="Calibri"/>
              </a:rPr>
              <a:t>»</a:t>
            </a:r>
            <a:endParaRPr lang="es-CL" noProof="0"/>
          </a:p>
        </p:txBody>
      </p:sp>
      <p:sp>
        <p:nvSpPr>
          <p:cNvPr id="528" name="Google Shape;528;p18"/>
          <p:cNvSpPr txBox="1"/>
          <p:nvPr/>
        </p:nvSpPr>
        <p:spPr>
          <a:xfrm>
            <a:off x="7955279" y="257860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PC Cajero</a:t>
            </a:r>
            <a:endParaRPr lang="es-CL" noProof="0"/>
          </a:p>
        </p:txBody>
      </p:sp>
      <p:sp>
        <p:nvSpPr>
          <p:cNvPr id="529" name="Google Shape;529;p18"/>
          <p:cNvSpPr/>
          <p:nvPr/>
        </p:nvSpPr>
        <p:spPr>
          <a:xfrm>
            <a:off x="8046719" y="2944368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D4E2D4"/>
          </a:solidFill>
          <a:ln w="952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8"/>
          <p:cNvSpPr txBox="1"/>
          <p:nvPr/>
        </p:nvSpPr>
        <p:spPr>
          <a:xfrm>
            <a:off x="8046719" y="294436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«</a:t>
            </a:r>
            <a:r>
              <a:rPr lang="es-CL" sz="8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artifact</a:t>
            </a:r>
            <a:r>
              <a:rPr lang="es-CL" sz="8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»  cliente-swing.jar</a:t>
            </a:r>
            <a:endParaRPr lang="es-CL" noProof="0"/>
          </a:p>
        </p:txBody>
      </p:sp>
      <p:sp>
        <p:nvSpPr>
          <p:cNvPr id="531" name="Google Shape;531;p18"/>
          <p:cNvSpPr txBox="1"/>
          <p:nvPr/>
        </p:nvSpPr>
        <p:spPr>
          <a:xfrm>
            <a:off x="8046719" y="3218688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Java Swing · JVM 17</a:t>
            </a:r>
            <a:endParaRPr lang="es-CL" noProof="0"/>
          </a:p>
        </p:txBody>
      </p:sp>
      <p:sp>
        <p:nvSpPr>
          <p:cNvPr id="532" name="Google Shape;532;p18"/>
          <p:cNvSpPr/>
          <p:nvPr/>
        </p:nvSpPr>
        <p:spPr>
          <a:xfrm>
            <a:off x="10058400" y="4937760"/>
            <a:ext cx="1600200" cy="777240"/>
          </a:xfrm>
          <a:prstGeom prst="can">
            <a:avLst>
              <a:gd name="adj" fmla="val 25000"/>
            </a:avLst>
          </a:prstGeom>
          <a:solidFill>
            <a:srgbClr val="FEFEFD"/>
          </a:solidFill>
          <a:ln w="15875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8"/>
          <p:cNvSpPr txBox="1"/>
          <p:nvPr/>
        </p:nvSpPr>
        <p:spPr>
          <a:xfrm>
            <a:off x="10058400" y="495604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i="0" u="none" strike="noStrike" cap="none" noProof="0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NAS </a:t>
            </a:r>
            <a:r>
              <a:rPr lang="es-CL" sz="1000" b="1" i="0" u="none" strike="noStrike" cap="none" noProof="0" err="1">
                <a:solidFill>
                  <a:srgbClr val="1F4133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lang="es-CL" noProof="0"/>
          </a:p>
        </p:txBody>
      </p:sp>
      <p:sp>
        <p:nvSpPr>
          <p:cNvPr id="534" name="Google Shape;534;p18"/>
          <p:cNvSpPr txBox="1"/>
          <p:nvPr/>
        </p:nvSpPr>
        <p:spPr>
          <a:xfrm>
            <a:off x="10074729" y="520750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0" i="1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mysqldump</a:t>
            </a:r>
            <a:r>
              <a:rPr lang="es-CL" sz="8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 diario</a:t>
            </a:r>
            <a:endParaRPr lang="es-CL" noProof="0"/>
          </a:p>
        </p:txBody>
      </p:sp>
      <p:cxnSp>
        <p:nvCxnSpPr>
          <p:cNvPr id="535" name="Google Shape;535;p18"/>
          <p:cNvCxnSpPr>
            <a:cxnSpLocks/>
          </p:cNvCxnSpPr>
          <p:nvPr/>
        </p:nvCxnSpPr>
        <p:spPr>
          <a:xfrm>
            <a:off x="1325880" y="5416188"/>
            <a:ext cx="8732519" cy="41148"/>
          </a:xfrm>
          <a:prstGeom prst="straightConnector1">
            <a:avLst/>
          </a:prstGeom>
          <a:noFill/>
          <a:ln w="25400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536" name="Google Shape;536;p18"/>
          <p:cNvSpPr txBox="1"/>
          <p:nvPr/>
        </p:nvSpPr>
        <p:spPr>
          <a:xfrm>
            <a:off x="1310640" y="55046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1" i="0" u="none" strike="noStrike" cap="none" noProof="0">
                <a:solidFill>
                  <a:srgbClr val="B58A2C"/>
                </a:solidFill>
                <a:latin typeface="Calibri"/>
                <a:ea typeface="Calibri"/>
                <a:cs typeface="Calibri"/>
                <a:sym typeface="Calibri"/>
              </a:rPr>
              <a:t>LAN local · JDBC directo</a:t>
            </a:r>
            <a:endParaRPr lang="es-CL" noProof="0"/>
          </a:p>
        </p:txBody>
      </p:sp>
      <p:cxnSp>
        <p:nvCxnSpPr>
          <p:cNvPr id="537" name="Google Shape;537;p18"/>
          <p:cNvCxnSpPr/>
          <p:nvPr/>
        </p:nvCxnSpPr>
        <p:spPr>
          <a:xfrm>
            <a:off x="2423160" y="5440680"/>
            <a:ext cx="0" cy="0"/>
          </a:xfrm>
          <a:prstGeom prst="straightConnector1">
            <a:avLst/>
          </a:prstGeom>
          <a:noFill/>
          <a:ln w="19050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538" name="Google Shape;538;p18"/>
          <p:cNvCxnSpPr/>
          <p:nvPr/>
        </p:nvCxnSpPr>
        <p:spPr>
          <a:xfrm>
            <a:off x="5989320" y="4983480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539" name="Google Shape;539;p18"/>
          <p:cNvCxnSpPr/>
          <p:nvPr/>
        </p:nvCxnSpPr>
        <p:spPr>
          <a:xfrm>
            <a:off x="9372599" y="4480560"/>
            <a:ext cx="0" cy="960120"/>
          </a:xfrm>
          <a:prstGeom prst="straightConnector1">
            <a:avLst/>
          </a:prstGeom>
          <a:noFill/>
          <a:ln w="19050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541" name="Google Shape;541;p18"/>
          <p:cNvSpPr txBox="1"/>
          <p:nvPr/>
        </p:nvSpPr>
        <p:spPr>
          <a:xfrm>
            <a:off x="7498079" y="553212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Respaldo diario (</a:t>
            </a:r>
            <a:r>
              <a:rPr lang="es-CL" sz="800" b="0" i="1" u="none" strike="noStrike" cap="none" noProof="0" err="1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mysqldump</a:t>
            </a:r>
            <a:r>
              <a:rPr lang="es-CL" sz="800" b="0" i="1" u="none" strike="noStrike" cap="none" noProof="0">
                <a:solidFill>
                  <a:srgbClr val="3C464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L" noProof="0"/>
          </a:p>
        </p:txBody>
      </p:sp>
      <p:sp>
        <p:nvSpPr>
          <p:cNvPr id="542" name="Google Shape;542;p18"/>
          <p:cNvSpPr/>
          <p:nvPr/>
        </p:nvSpPr>
        <p:spPr>
          <a:xfrm>
            <a:off x="502920" y="5852160"/>
            <a:ext cx="11338560" cy="502920"/>
          </a:xfrm>
          <a:prstGeom prst="rect">
            <a:avLst/>
          </a:prstGeom>
          <a:solidFill>
            <a:srgbClr val="1432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8"/>
          <p:cNvSpPr/>
          <p:nvPr/>
        </p:nvSpPr>
        <p:spPr>
          <a:xfrm>
            <a:off x="502920" y="5852160"/>
            <a:ext cx="73152" cy="502920"/>
          </a:xfrm>
          <a:prstGeom prst="rect">
            <a:avLst/>
          </a:prstGeom>
          <a:solidFill>
            <a:srgbClr val="B58A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noProof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8"/>
          <p:cNvSpPr txBox="1"/>
          <p:nvPr/>
        </p:nvSpPr>
        <p:spPr>
          <a:xfrm>
            <a:off x="777240" y="58521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Internet   ·   Sin licencias (</a:t>
            </a:r>
            <a:r>
              <a:rPr lang="es-CL" sz="1100" b="1" i="0" u="none" strike="noStrike" cap="none" noProof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r>
              <a:rPr lang="es-CL" sz="1100" b="1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libre)   ·   RNF: respaldo diario · sesión 30 min · sin backend</a:t>
            </a:r>
            <a:endParaRPr lang="es-CL" noProof="0"/>
          </a:p>
        </p:txBody>
      </p:sp>
      <p:cxnSp>
        <p:nvCxnSpPr>
          <p:cNvPr id="2" name="Google Shape;538;p18">
            <a:extLst>
              <a:ext uri="{FF2B5EF4-FFF2-40B4-BE49-F238E27FC236}">
                <a16:creationId xmlns:a16="http://schemas.microsoft.com/office/drawing/2014/main" id="{CE396B27-954A-D9C8-2AE2-ADB0E0A35D28}"/>
              </a:ext>
            </a:extLst>
          </p:cNvPr>
          <p:cNvCxnSpPr/>
          <p:nvPr/>
        </p:nvCxnSpPr>
        <p:spPr>
          <a:xfrm>
            <a:off x="2353492" y="4983480"/>
            <a:ext cx="0" cy="457200"/>
          </a:xfrm>
          <a:prstGeom prst="straightConnector1">
            <a:avLst/>
          </a:prstGeom>
          <a:noFill/>
          <a:ln w="19050" cap="flat" cmpd="sng">
            <a:solidFill>
              <a:srgbClr val="1F413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4" name="Google Shape;274;p7">
            <a:extLst>
              <a:ext uri="{FF2B5EF4-FFF2-40B4-BE49-F238E27FC236}">
                <a16:creationId xmlns:a16="http://schemas.microsoft.com/office/drawing/2014/main" id="{10284308-C7FE-DC19-9A5A-1E20E9134165}"/>
              </a:ext>
            </a:extLst>
          </p:cNvPr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s-CL" sz="900" b="1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9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s-CL" sz="40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5.6. </a:t>
            </a:r>
            <a:r>
              <a:rPr lang="es-CL" sz="4000" b="1" i="0" u="none" strike="noStrike" cap="none" noProof="0" err="1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Arbol</a:t>
            </a:r>
            <a:r>
              <a:rPr lang="es-CL" sz="40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 de navegación</a:t>
            </a:r>
            <a:endParaRPr lang="es-CL" sz="4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endParaRPr lang="es-CL" sz="16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9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9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B3F2F"/>
              </a:buClr>
              <a:buSzPts val="1000"/>
            </a:pPr>
            <a:r>
              <a:rPr lang="es-CL" sz="1000" b="1" i="0" u="none" strike="noStrike" cap="none" noProof="0" err="1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</a:t>
            </a: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000" b="1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2 </a:t>
            </a: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· §4.6 · Figura 4.7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9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Minimarket</a:t>
            </a: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Antucayen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>
              <a:buClr>
                <a:srgbClr val="94A3B8"/>
              </a:buClr>
              <a:buSzPts val="900"/>
            </a:pP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es-CL" sz="900" b="1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900" b="1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6" name="Google Shape;55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970" y="1554480"/>
            <a:ext cx="11696379" cy="3445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8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s-CL" sz="40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6. Matriz de trazabilidad</a:t>
            </a:r>
            <a:endParaRPr lang="es-CL" sz="4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8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s-CL" sz="1600" b="0" i="1" u="none" strike="noStrike" cap="none" noProof="0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UR ↔ CU ↔ Diagrama ↔ Prueba</a:t>
            </a:r>
            <a:endParaRPr lang="es-CL" sz="16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8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8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B3F2F"/>
              </a:buClr>
              <a:buSzPts val="1000"/>
            </a:pPr>
            <a:r>
              <a:rPr lang="es-CL" sz="1000" b="1" i="0" u="none" strike="noStrike" cap="none" noProof="0" err="1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</a:t>
            </a: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000" b="1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2 </a:t>
            </a: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· §2.9 · Tabla 2.31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8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s-CL" sz="12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Relaciona cada requerimiento con su caso de uso, su figura de diseño y su caso de prueba. Permite navegar bidireccionalmente desde cualquier elemento hasta su evidencia de cumplimiento.</a:t>
            </a:r>
            <a:endParaRPr lang="es-CL" sz="1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8"/>
          <p:cNvSpPr/>
          <p:nvPr/>
        </p:nvSpPr>
        <p:spPr>
          <a:xfrm>
            <a:off x="457200" y="2377440"/>
            <a:ext cx="1920240" cy="100584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8"/>
          <p:cNvSpPr/>
          <p:nvPr/>
        </p:nvSpPr>
        <p:spPr>
          <a:xfrm>
            <a:off x="457200" y="2377440"/>
            <a:ext cx="91440" cy="1005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8"/>
          <p:cNvSpPr/>
          <p:nvPr/>
        </p:nvSpPr>
        <p:spPr>
          <a:xfrm>
            <a:off x="640080" y="24688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8"/>
          <p:cNvSpPr/>
          <p:nvPr/>
        </p:nvSpPr>
        <p:spPr>
          <a:xfrm>
            <a:off x="640080" y="27432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500"/>
              <a:buFont typeface="Georgia"/>
              <a:buNone/>
            </a:pPr>
            <a:r>
              <a:rPr lang="es-CL" sz="15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Problema</a:t>
            </a:r>
            <a:endParaRPr lang="es-CL" sz="15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8"/>
          <p:cNvSpPr/>
          <p:nvPr/>
        </p:nvSpPr>
        <p:spPr>
          <a:xfrm>
            <a:off x="640080" y="310896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s-CL" sz="9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Doc 0 · §2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8"/>
          <p:cNvSpPr/>
          <p:nvPr/>
        </p:nvSpPr>
        <p:spPr>
          <a:xfrm>
            <a:off x="2359152" y="2697480"/>
            <a:ext cx="2834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200"/>
              <a:buFont typeface="Calibri"/>
              <a:buNone/>
            </a:pPr>
            <a:r>
              <a:rPr lang="es-CL" sz="22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lang="es-CL" sz="2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8"/>
          <p:cNvSpPr/>
          <p:nvPr/>
        </p:nvSpPr>
        <p:spPr>
          <a:xfrm>
            <a:off x="2624328" y="2377440"/>
            <a:ext cx="1920240" cy="100584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8"/>
          <p:cNvSpPr/>
          <p:nvPr/>
        </p:nvSpPr>
        <p:spPr>
          <a:xfrm>
            <a:off x="2624328" y="2377440"/>
            <a:ext cx="91440" cy="1005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8"/>
          <p:cNvSpPr/>
          <p:nvPr/>
        </p:nvSpPr>
        <p:spPr>
          <a:xfrm>
            <a:off x="2807208" y="24688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8"/>
          <p:cNvSpPr/>
          <p:nvPr/>
        </p:nvSpPr>
        <p:spPr>
          <a:xfrm>
            <a:off x="2807208" y="27432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500"/>
              <a:buFont typeface="Georgia"/>
              <a:buNone/>
            </a:pPr>
            <a:r>
              <a:rPr lang="es-CL" sz="15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Requerimiento</a:t>
            </a:r>
            <a:endParaRPr lang="es-CL" sz="15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8"/>
          <p:cNvSpPr/>
          <p:nvPr/>
        </p:nvSpPr>
        <p:spPr>
          <a:xfrm>
            <a:off x="2807208" y="310896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s-CL" sz="9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UR estándar ESA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8"/>
          <p:cNvSpPr/>
          <p:nvPr/>
        </p:nvSpPr>
        <p:spPr>
          <a:xfrm>
            <a:off x="4526280" y="2697480"/>
            <a:ext cx="2834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200"/>
              <a:buFont typeface="Calibri"/>
              <a:buNone/>
            </a:pPr>
            <a:r>
              <a:rPr lang="es-CL" sz="22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lang="es-CL" sz="2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8"/>
          <p:cNvSpPr/>
          <p:nvPr/>
        </p:nvSpPr>
        <p:spPr>
          <a:xfrm>
            <a:off x="4791456" y="2377440"/>
            <a:ext cx="1920240" cy="100584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8"/>
          <p:cNvSpPr/>
          <p:nvPr/>
        </p:nvSpPr>
        <p:spPr>
          <a:xfrm>
            <a:off x="4791456" y="2377440"/>
            <a:ext cx="91440" cy="1005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8"/>
          <p:cNvSpPr/>
          <p:nvPr/>
        </p:nvSpPr>
        <p:spPr>
          <a:xfrm>
            <a:off x="4974336" y="24688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8"/>
          <p:cNvSpPr/>
          <p:nvPr/>
        </p:nvSpPr>
        <p:spPr>
          <a:xfrm>
            <a:off x="4974336" y="27432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500"/>
              <a:buFont typeface="Georgia"/>
              <a:buNone/>
            </a:pPr>
            <a:r>
              <a:rPr lang="es-CL" sz="15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Caso de uso</a:t>
            </a:r>
            <a:endParaRPr lang="es-CL" sz="15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8"/>
          <p:cNvSpPr/>
          <p:nvPr/>
        </p:nvSpPr>
        <p:spPr>
          <a:xfrm>
            <a:off x="4974336" y="310896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s-CL" sz="900" b="0" i="1" u="none" strike="noStrike" cap="none" noProof="0" err="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Inc</a:t>
            </a:r>
            <a:r>
              <a:rPr lang="es-CL" sz="9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2 · §2.9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8"/>
          <p:cNvSpPr/>
          <p:nvPr/>
        </p:nvSpPr>
        <p:spPr>
          <a:xfrm>
            <a:off x="6693408" y="2697480"/>
            <a:ext cx="2834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200"/>
              <a:buFont typeface="Calibri"/>
              <a:buNone/>
            </a:pPr>
            <a:r>
              <a:rPr lang="es-CL" sz="22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lang="es-CL" sz="2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8"/>
          <p:cNvSpPr/>
          <p:nvPr/>
        </p:nvSpPr>
        <p:spPr>
          <a:xfrm>
            <a:off x="6958584" y="2377440"/>
            <a:ext cx="1920240" cy="100584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8"/>
          <p:cNvSpPr/>
          <p:nvPr/>
        </p:nvSpPr>
        <p:spPr>
          <a:xfrm>
            <a:off x="6958584" y="2377440"/>
            <a:ext cx="91440" cy="1005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8"/>
          <p:cNvSpPr/>
          <p:nvPr/>
        </p:nvSpPr>
        <p:spPr>
          <a:xfrm>
            <a:off x="7141464" y="24688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8"/>
          <p:cNvSpPr/>
          <p:nvPr/>
        </p:nvSpPr>
        <p:spPr>
          <a:xfrm>
            <a:off x="7141464" y="27432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500"/>
              <a:buFont typeface="Georgia"/>
              <a:buNone/>
            </a:pPr>
            <a:r>
              <a:rPr lang="es-CL" sz="15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Diagrama</a:t>
            </a:r>
            <a:endParaRPr lang="es-CL" sz="15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8"/>
          <p:cNvSpPr/>
          <p:nvPr/>
        </p:nvSpPr>
        <p:spPr>
          <a:xfrm>
            <a:off x="7141464" y="310896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s-CL" sz="9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Fig. 2.8-X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8"/>
          <p:cNvSpPr/>
          <p:nvPr/>
        </p:nvSpPr>
        <p:spPr>
          <a:xfrm>
            <a:off x="8860536" y="2697480"/>
            <a:ext cx="2834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200"/>
              <a:buFont typeface="Calibri"/>
              <a:buNone/>
            </a:pPr>
            <a:r>
              <a:rPr lang="es-CL" sz="22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lang="es-CL" sz="2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8"/>
          <p:cNvSpPr/>
          <p:nvPr/>
        </p:nvSpPr>
        <p:spPr>
          <a:xfrm>
            <a:off x="9125712" y="2377440"/>
            <a:ext cx="1920240" cy="100584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8"/>
          <p:cNvSpPr/>
          <p:nvPr/>
        </p:nvSpPr>
        <p:spPr>
          <a:xfrm>
            <a:off x="9125712" y="2377440"/>
            <a:ext cx="91440" cy="1005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8"/>
          <p:cNvSpPr/>
          <p:nvPr/>
        </p:nvSpPr>
        <p:spPr>
          <a:xfrm>
            <a:off x="9308592" y="24688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8"/>
          <p:cNvSpPr/>
          <p:nvPr/>
        </p:nvSpPr>
        <p:spPr>
          <a:xfrm>
            <a:off x="9308592" y="27432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500"/>
              <a:buFont typeface="Georgia"/>
              <a:buNone/>
            </a:pPr>
            <a:r>
              <a:rPr lang="es-CL" sz="15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Prueba</a:t>
            </a:r>
            <a:endParaRPr lang="es-CL" sz="15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8"/>
          <p:cNvSpPr/>
          <p:nvPr/>
        </p:nvSpPr>
        <p:spPr>
          <a:xfrm>
            <a:off x="9308592" y="310896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s-CL" sz="900" b="0" i="1" u="none" strike="noStrike" cap="none" noProof="0" err="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Inc</a:t>
            </a:r>
            <a:r>
              <a:rPr lang="es-CL" sz="9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2 · §5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8"/>
          <p:cNvSpPr/>
          <p:nvPr/>
        </p:nvSpPr>
        <p:spPr>
          <a:xfrm>
            <a:off x="457200" y="36576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400"/>
              <a:buFont typeface="Georgia"/>
              <a:buNone/>
            </a:pPr>
            <a:r>
              <a:rPr lang="es-CL" sz="1400" b="1" i="1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Ejemplo de cadena completa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8"/>
          <p:cNvSpPr/>
          <p:nvPr/>
        </p:nvSpPr>
        <p:spPr>
          <a:xfrm>
            <a:off x="457200" y="402336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8"/>
          <p:cNvSpPr/>
          <p:nvPr/>
        </p:nvSpPr>
        <p:spPr>
          <a:xfrm>
            <a:off x="457200" y="402336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Consulta de stock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disponible por producto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8"/>
          <p:cNvSpPr/>
          <p:nvPr/>
        </p:nvSpPr>
        <p:spPr>
          <a:xfrm>
            <a:off x="2359152" y="414223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s-CL" sz="18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8"/>
          <p:cNvSpPr/>
          <p:nvPr/>
        </p:nvSpPr>
        <p:spPr>
          <a:xfrm>
            <a:off x="2624328" y="402336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8"/>
          <p:cNvSpPr/>
          <p:nvPr/>
        </p:nvSpPr>
        <p:spPr>
          <a:xfrm>
            <a:off x="2624328" y="402336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RF-06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8"/>
          <p:cNvSpPr/>
          <p:nvPr/>
        </p:nvSpPr>
        <p:spPr>
          <a:xfrm>
            <a:off x="4526280" y="414223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s-CL" sz="18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8"/>
          <p:cNvSpPr/>
          <p:nvPr/>
        </p:nvSpPr>
        <p:spPr>
          <a:xfrm>
            <a:off x="4791456" y="402336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8"/>
          <p:cNvSpPr/>
          <p:nvPr/>
        </p:nvSpPr>
        <p:spPr>
          <a:xfrm>
            <a:off x="4791456" y="402336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CU-37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8"/>
          <p:cNvSpPr/>
          <p:nvPr/>
        </p:nvSpPr>
        <p:spPr>
          <a:xfrm>
            <a:off x="6693408" y="414223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s-CL" sz="18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8"/>
          <p:cNvSpPr/>
          <p:nvPr/>
        </p:nvSpPr>
        <p:spPr>
          <a:xfrm>
            <a:off x="6958584" y="402336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8"/>
          <p:cNvSpPr/>
          <p:nvPr/>
        </p:nvSpPr>
        <p:spPr>
          <a:xfrm>
            <a:off x="6958584" y="402336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Fig. 2.8-A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Productos y Facturas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8"/>
          <p:cNvSpPr/>
          <p:nvPr/>
        </p:nvSpPr>
        <p:spPr>
          <a:xfrm>
            <a:off x="8860536" y="414223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s-CL" sz="18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8"/>
          <p:cNvSpPr/>
          <p:nvPr/>
        </p:nvSpPr>
        <p:spPr>
          <a:xfrm>
            <a:off x="9125712" y="4023360"/>
            <a:ext cx="1920240" cy="530352"/>
          </a:xfrm>
          <a:prstGeom prst="rect">
            <a:avLst/>
          </a:prstGeom>
          <a:solidFill>
            <a:srgbClr val="DCFCE7"/>
          </a:solidFill>
          <a:ln w="9525" cap="flat" cmpd="sng">
            <a:solidFill>
              <a:srgbClr val="1B7A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8"/>
          <p:cNvSpPr/>
          <p:nvPr/>
        </p:nvSpPr>
        <p:spPr>
          <a:xfrm>
            <a:off x="9125712" y="402336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lang="es-CL" sz="1000" b="1" i="0" u="none" strike="noStrike" cap="none" noProof="0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CP-02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lang="es-CL" sz="1000" b="1" i="0" u="none" strike="noStrike" cap="none" noProof="0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Pendiente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8"/>
          <p:cNvSpPr/>
          <p:nvPr/>
        </p:nvSpPr>
        <p:spPr>
          <a:xfrm>
            <a:off x="457200" y="461772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8"/>
          <p:cNvSpPr/>
          <p:nvPr/>
        </p:nvSpPr>
        <p:spPr>
          <a:xfrm>
            <a:off x="457200" y="461772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Bloqueo de reprocesamiento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automático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8"/>
          <p:cNvSpPr/>
          <p:nvPr/>
        </p:nvSpPr>
        <p:spPr>
          <a:xfrm>
            <a:off x="2359152" y="473659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s-CL" sz="18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8"/>
          <p:cNvSpPr/>
          <p:nvPr/>
        </p:nvSpPr>
        <p:spPr>
          <a:xfrm>
            <a:off x="2624328" y="461772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8"/>
          <p:cNvSpPr/>
          <p:nvPr/>
        </p:nvSpPr>
        <p:spPr>
          <a:xfrm>
            <a:off x="2624328" y="461772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RF-53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8"/>
          <p:cNvSpPr/>
          <p:nvPr/>
        </p:nvSpPr>
        <p:spPr>
          <a:xfrm>
            <a:off x="4526280" y="473659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s-CL" sz="18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8"/>
          <p:cNvSpPr/>
          <p:nvPr/>
        </p:nvSpPr>
        <p:spPr>
          <a:xfrm>
            <a:off x="4791456" y="461772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8"/>
          <p:cNvSpPr/>
          <p:nvPr/>
        </p:nvSpPr>
        <p:spPr>
          <a:xfrm>
            <a:off x="4791456" y="461772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CU-59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8"/>
          <p:cNvSpPr/>
          <p:nvPr/>
        </p:nvSpPr>
        <p:spPr>
          <a:xfrm>
            <a:off x="6693408" y="473659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s-CL" sz="18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8"/>
          <p:cNvSpPr/>
          <p:nvPr/>
        </p:nvSpPr>
        <p:spPr>
          <a:xfrm>
            <a:off x="6958584" y="461772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8"/>
          <p:cNvSpPr/>
          <p:nvPr/>
        </p:nvSpPr>
        <p:spPr>
          <a:xfrm>
            <a:off x="6958584" y="461772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Fig. 2.8-B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Reprocesamiento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8"/>
          <p:cNvSpPr/>
          <p:nvPr/>
        </p:nvSpPr>
        <p:spPr>
          <a:xfrm>
            <a:off x="8860536" y="473659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s-CL" sz="18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8"/>
          <p:cNvSpPr/>
          <p:nvPr/>
        </p:nvSpPr>
        <p:spPr>
          <a:xfrm>
            <a:off x="9125712" y="4617720"/>
            <a:ext cx="1920240" cy="530352"/>
          </a:xfrm>
          <a:prstGeom prst="rect">
            <a:avLst/>
          </a:prstGeom>
          <a:solidFill>
            <a:srgbClr val="DCFCE7"/>
          </a:solidFill>
          <a:ln w="9525" cap="flat" cmpd="sng">
            <a:solidFill>
              <a:srgbClr val="1B7A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8"/>
          <p:cNvSpPr/>
          <p:nvPr/>
        </p:nvSpPr>
        <p:spPr>
          <a:xfrm>
            <a:off x="9125712" y="461772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lang="es-CL" sz="1000" b="1" i="0" u="none" strike="noStrike" cap="none" noProof="0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CP-24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lang="es-CL" sz="1000" b="1" i="0" u="none" strike="noStrike" cap="none" noProof="0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Pendiente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8"/>
          <p:cNvSpPr/>
          <p:nvPr/>
        </p:nvSpPr>
        <p:spPr>
          <a:xfrm>
            <a:off x="457200" y="521208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8"/>
          <p:cNvSpPr/>
          <p:nvPr/>
        </p:nvSpPr>
        <p:spPr>
          <a:xfrm>
            <a:off x="457200" y="521208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Importación de archivo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CSV de ajuste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8"/>
          <p:cNvSpPr/>
          <p:nvPr/>
        </p:nvSpPr>
        <p:spPr>
          <a:xfrm>
            <a:off x="2359152" y="533095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s-CL" sz="18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8"/>
          <p:cNvSpPr/>
          <p:nvPr/>
        </p:nvSpPr>
        <p:spPr>
          <a:xfrm>
            <a:off x="2624328" y="521208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8"/>
          <p:cNvSpPr/>
          <p:nvPr/>
        </p:nvSpPr>
        <p:spPr>
          <a:xfrm>
            <a:off x="2624328" y="521208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RF-32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8"/>
          <p:cNvSpPr/>
          <p:nvPr/>
        </p:nvSpPr>
        <p:spPr>
          <a:xfrm>
            <a:off x="4526280" y="533095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s-CL" sz="18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8"/>
          <p:cNvSpPr/>
          <p:nvPr/>
        </p:nvSpPr>
        <p:spPr>
          <a:xfrm>
            <a:off x="4791456" y="521208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8"/>
          <p:cNvSpPr/>
          <p:nvPr/>
        </p:nvSpPr>
        <p:spPr>
          <a:xfrm>
            <a:off x="4791456" y="521208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CU-48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8"/>
          <p:cNvSpPr/>
          <p:nvPr/>
        </p:nvSpPr>
        <p:spPr>
          <a:xfrm>
            <a:off x="6693408" y="533095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s-CL" sz="18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8"/>
          <p:cNvSpPr/>
          <p:nvPr/>
        </p:nvSpPr>
        <p:spPr>
          <a:xfrm>
            <a:off x="6958584" y="5212080"/>
            <a:ext cx="1920240" cy="53035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8"/>
          <p:cNvSpPr/>
          <p:nvPr/>
        </p:nvSpPr>
        <p:spPr>
          <a:xfrm>
            <a:off x="6958584" y="521208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Fig. 2.8-C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000"/>
              <a:buFont typeface="Calibri"/>
              <a:buNone/>
            </a:pPr>
            <a:r>
              <a:rPr lang="es-CL" sz="10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Import. de Archivo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8"/>
          <p:cNvSpPr/>
          <p:nvPr/>
        </p:nvSpPr>
        <p:spPr>
          <a:xfrm>
            <a:off x="8860536" y="5330952"/>
            <a:ext cx="2834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800"/>
              <a:buFont typeface="Calibri"/>
              <a:buNone/>
            </a:pPr>
            <a:r>
              <a:rPr lang="es-CL" sz="18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8"/>
          <p:cNvSpPr/>
          <p:nvPr/>
        </p:nvSpPr>
        <p:spPr>
          <a:xfrm>
            <a:off x="9125712" y="5212080"/>
            <a:ext cx="1920240" cy="530352"/>
          </a:xfrm>
          <a:prstGeom prst="rect">
            <a:avLst/>
          </a:prstGeom>
          <a:solidFill>
            <a:srgbClr val="DCFCE7"/>
          </a:solidFill>
          <a:ln w="9525" cap="flat" cmpd="sng">
            <a:solidFill>
              <a:srgbClr val="1B7A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8"/>
          <p:cNvSpPr/>
          <p:nvPr/>
        </p:nvSpPr>
        <p:spPr>
          <a:xfrm>
            <a:off x="9125712" y="5212080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lang="es-CL" sz="1000" b="1" i="0" u="none" strike="noStrike" cap="none" noProof="0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CP-13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lang="es-CL" sz="1000" b="1" i="0" u="none" strike="noStrike" cap="none" noProof="0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Pendiente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8"/>
          <p:cNvSpPr/>
          <p:nvPr/>
        </p:nvSpPr>
        <p:spPr>
          <a:xfrm>
            <a:off x="457200" y="5989320"/>
            <a:ext cx="11247120" cy="137160"/>
          </a:xfrm>
          <a:prstGeom prst="rect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8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Tabla 2.31 traza los 26 RF   •   26 </a:t>
            </a:r>
            <a:r>
              <a:rPr lang="es-CL" sz="1100" b="1" i="0" u="none" strike="noStrike" cap="none" noProof="0" err="1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CU</a:t>
            </a:r>
            <a:r>
              <a:rPr lang="es-CL" sz="11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   •   4 Figuras   •   27 casos de prueba definidos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8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Minimarket</a:t>
            </a: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Antucayen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lang="es-CL" sz="900" b="1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>
              <a:gd name="adj" fmla="val 4000"/>
            </a:avLst>
          </a:prstGeom>
          <a:solidFill>
            <a:srgbClr val="1B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RF-09  ·  CU-38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F5F0E1"/>
                </a:solidFill>
                <a:latin typeface="Calibri"/>
              </a:rPr>
              <a:t>Registrando Proveedor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743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A88444"/>
                </a:solidFill>
                <a:latin typeface="Calibri"/>
              </a:rPr>
              <a:t>Traza 3/26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4160520" cy="566928"/>
          </a:xfrm>
          <a:prstGeom prst="roundRect">
            <a:avLst>
              <a:gd name="adj" fmla="val 4000"/>
            </a:avLst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1152144"/>
            <a:ext cx="394106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88444"/>
                </a:solidFill>
                <a:latin typeface="Calibri"/>
              </a:rPr>
              <a:t>PROBLEMA / MÓDULO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335024"/>
            <a:ext cx="3941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3F2F"/>
                </a:solidFill>
                <a:latin typeface="Calibri"/>
              </a:rPr>
              <a:t>Gestión de Proveedores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55648"/>
            <a:ext cx="4160520" cy="960120"/>
          </a:xfrm>
          <a:prstGeom prst="roundRect">
            <a:avLst>
              <a:gd name="adj" fmla="val 4000"/>
            </a:avLst>
          </a:prstGeom>
          <a:solidFill>
            <a:srgbClr val="FAFA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810512"/>
            <a:ext cx="394106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8444"/>
                </a:solidFill>
                <a:latin typeface="Calibri"/>
              </a:rPr>
              <a:t>RF  ·  RF-09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984248"/>
            <a:ext cx="3941064" cy="558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El sistema debe registrar proveedores con los campos obligatorios nombre, teléfono y correo electrónico; el nombre debe ser único en la base de datos.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807208"/>
            <a:ext cx="4160520" cy="457200"/>
          </a:xfrm>
          <a:prstGeom prst="roundRect">
            <a:avLst>
              <a:gd name="adj" fmla="val 4000"/>
            </a:avLst>
          </a:prstGeom>
          <a:solidFill>
            <a:srgbClr val="FAFA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" y="2862072"/>
            <a:ext cx="394106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8444"/>
                </a:solidFill>
                <a:latin typeface="Calibri"/>
              </a:rPr>
              <a:t>UR  ·  UR-09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3035808"/>
            <a:ext cx="394106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475569"/>
                </a:solidFill>
                <a:latin typeface="Calibri"/>
              </a:rPr>
              <a:t>Mismo identificador y especificación que el RF en este documento.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355848"/>
            <a:ext cx="4160520" cy="960120"/>
          </a:xfrm>
          <a:prstGeom prst="roundRect">
            <a:avLst>
              <a:gd name="adj" fmla="val 4000"/>
            </a:avLst>
          </a:prstGeom>
          <a:solidFill>
            <a:srgbClr val="FAFA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" y="3410712"/>
            <a:ext cx="394106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8444"/>
                </a:solidFill>
                <a:latin typeface="Calibri"/>
              </a:rPr>
              <a:t>CU  ·  CU-38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3584448"/>
            <a:ext cx="3941064" cy="558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El Administrador o Bodeguero registra un nuevo proveedor desde el mantenedor, validando que el nombre no exista previamente.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407408"/>
            <a:ext cx="4160520" cy="1856232"/>
          </a:xfrm>
          <a:prstGeom prst="roundRect">
            <a:avLst>
              <a:gd name="adj" fmla="val 4000"/>
            </a:avLst>
          </a:prstGeom>
          <a:solidFill>
            <a:srgbClr val="E6F4EA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" y="4462272"/>
            <a:ext cx="394106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7A34"/>
                </a:solidFill>
                <a:latin typeface="Calibri"/>
              </a:rPr>
              <a:t>CASO DE USO EXTENDIDO  ·  CU-38e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4645152"/>
            <a:ext cx="3941064" cy="1154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00" b="0" i="0">
                <a:solidFill>
                  <a:srgbClr val="1B3F2F"/>
                </a:solidFill>
                <a:latin typeface="Calibri"/>
              </a:rPr>
              <a:t>1. Accede al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mantenedor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y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selecciona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"Nuevo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proveedor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". </a:t>
            </a:r>
            <a:endParaRPr lang="en-US" sz="1200"/>
          </a:p>
          <a:p>
            <a:pPr>
              <a:lnSpc>
                <a:spcPct val="105000"/>
              </a:lnSpc>
            </a:pPr>
            <a:endParaRPr lang="en-US" sz="1200">
              <a:solidFill>
                <a:srgbClr val="1B3F2F"/>
              </a:solidFill>
              <a:latin typeface="Calibri"/>
            </a:endParaRPr>
          </a:p>
          <a:p>
            <a:pPr>
              <a:lnSpc>
                <a:spcPct val="105000"/>
              </a:lnSpc>
            </a:pPr>
            <a:r>
              <a:rPr sz="1200" b="0" i="0">
                <a:solidFill>
                  <a:srgbClr val="1B3F2F"/>
                </a:solidFill>
                <a:latin typeface="Calibri"/>
              </a:rPr>
              <a:t>2.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Ingresa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nombre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,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teléfono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y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correo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. </a:t>
            </a:r>
            <a:endParaRPr lang="en-US" sz="1200"/>
          </a:p>
          <a:p>
            <a:pPr>
              <a:lnSpc>
                <a:spcPct val="105000"/>
              </a:lnSpc>
            </a:pPr>
            <a:endParaRPr lang="en-US" sz="1200">
              <a:solidFill>
                <a:srgbClr val="1B3F2F"/>
              </a:solidFill>
              <a:latin typeface="Calibri"/>
            </a:endParaRPr>
          </a:p>
          <a:p>
            <a:pPr>
              <a:lnSpc>
                <a:spcPct val="105000"/>
              </a:lnSpc>
            </a:pPr>
            <a:r>
              <a:rPr sz="1200" b="0" i="0">
                <a:solidFill>
                  <a:srgbClr val="1B3F2F"/>
                </a:solidFill>
                <a:latin typeface="Calibri"/>
              </a:rPr>
              <a:t>3. El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sistema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valida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unicidad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del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nombre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y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registra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.</a:t>
            </a:r>
            <a:endParaRPr lang="en-US" sz="1200"/>
          </a:p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1B3F2F"/>
                </a:solidFill>
                <a:latin typeface="Calibri"/>
              </a:rPr>
              <a:t> </a:t>
            </a:r>
            <a:r>
              <a:rPr sz="1200" b="1" i="0">
                <a:solidFill>
                  <a:srgbClr val="1B3F2F"/>
                </a:solidFill>
                <a:latin typeface="Calibri"/>
              </a:rPr>
              <a:t>Alterno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: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si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el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nombre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ya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existe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,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rechaza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con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mensaje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.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4800600" y="960120"/>
            <a:ext cx="694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8444"/>
                </a:solidFill>
                <a:latin typeface="Calibri"/>
              </a:rPr>
              <a:t>DIAGRAMA DE SECUENCIA (exclusivo de esta traza)</a:t>
            </a:r>
          </a:p>
        </p:txBody>
      </p:sp>
      <p:pic>
        <p:nvPicPr>
          <p:cNvPr id="22" name="Picture 21" descr="RF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145243"/>
            <a:ext cx="6949440" cy="352763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11480" y="65379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99999"/>
                </a:solidFill>
                <a:latin typeface="Calibri"/>
              </a:rPr>
              <a:t>Grupo 20  ·  Minimarket Antucayen  ·  Incremento 2  ·  Trazabilidad completa por requerimiento</a:t>
            </a:r>
          </a:p>
        </p:txBody>
      </p:sp>
      <p:sp>
        <p:nvSpPr>
          <p:cNvPr id="25" name="Google Shape;274;p7">
            <a:extLst>
              <a:ext uri="{FF2B5EF4-FFF2-40B4-BE49-F238E27FC236}">
                <a16:creationId xmlns:a16="http://schemas.microsoft.com/office/drawing/2014/main" id="{062DC6D5-781C-EA13-62E0-DC270F004B89}"/>
              </a:ext>
            </a:extLst>
          </p:cNvPr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lang="es-CL" sz="900" b="1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5710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>
              <a:gd name="adj" fmla="val 4000"/>
            </a:avLst>
          </a:prstGeom>
          <a:solidFill>
            <a:srgbClr val="1B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RF-34  ·  CU-49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F5F0E1"/>
                </a:solidFill>
                <a:latin typeface="Calibri"/>
              </a:rPr>
              <a:t>Validando Archivo Importado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743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A88444"/>
                </a:solidFill>
                <a:latin typeface="Calibri"/>
              </a:rPr>
              <a:t>Traza 14/26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4160520" cy="566928"/>
          </a:xfrm>
          <a:prstGeom prst="roundRect">
            <a:avLst>
              <a:gd name="adj" fmla="val 4000"/>
            </a:avLst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1152144"/>
            <a:ext cx="394106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88444"/>
                </a:solidFill>
                <a:latin typeface="Calibri"/>
              </a:rPr>
              <a:t>PROBLEMA / MÓDULO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335024"/>
            <a:ext cx="3941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3F2F"/>
                </a:solidFill>
                <a:latin typeface="Calibri"/>
              </a:rPr>
              <a:t>Importación y Exportación de Archivos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55648"/>
            <a:ext cx="4160520" cy="960120"/>
          </a:xfrm>
          <a:prstGeom prst="roundRect">
            <a:avLst>
              <a:gd name="adj" fmla="val 4000"/>
            </a:avLst>
          </a:prstGeom>
          <a:solidFill>
            <a:srgbClr val="FAFA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810512"/>
            <a:ext cx="394106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8444"/>
                </a:solidFill>
                <a:latin typeface="Calibri"/>
              </a:rPr>
              <a:t>RF  ·  RF-34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984248"/>
            <a:ext cx="3941064" cy="558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El sistema debe validar la estructura completa del archivo importado antes de ejecutar cualquier actualización de inventario.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807208"/>
            <a:ext cx="4160520" cy="457200"/>
          </a:xfrm>
          <a:prstGeom prst="roundRect">
            <a:avLst>
              <a:gd name="adj" fmla="val 4000"/>
            </a:avLst>
          </a:prstGeom>
          <a:solidFill>
            <a:srgbClr val="FAFA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" y="2862072"/>
            <a:ext cx="394106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8444"/>
                </a:solidFill>
                <a:latin typeface="Calibri"/>
              </a:rPr>
              <a:t>UR  ·  UR-34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3035808"/>
            <a:ext cx="394106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475569"/>
                </a:solidFill>
                <a:latin typeface="Calibri"/>
              </a:rPr>
              <a:t>Mismo identificador y especificación que el RF en este documento.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355848"/>
            <a:ext cx="4160520" cy="960120"/>
          </a:xfrm>
          <a:prstGeom prst="roundRect">
            <a:avLst>
              <a:gd name="adj" fmla="val 4000"/>
            </a:avLst>
          </a:prstGeom>
          <a:solidFill>
            <a:srgbClr val="FAFA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" y="3410712"/>
            <a:ext cx="394106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8444"/>
                </a:solidFill>
                <a:latin typeface="Calibri"/>
              </a:rPr>
              <a:t>CU  ·  CU-49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3584448"/>
            <a:ext cx="3941064" cy="558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El sistema revisa de forma íntegra la estructura del archivo cargado, sin tocar ningún registro de stock hasta confirmar que es válido.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407408"/>
            <a:ext cx="4160520" cy="1856232"/>
          </a:xfrm>
          <a:prstGeom prst="roundRect">
            <a:avLst>
              <a:gd name="adj" fmla="val 4000"/>
            </a:avLst>
          </a:prstGeom>
          <a:solidFill>
            <a:srgbClr val="E6F4EA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" y="4462272"/>
            <a:ext cx="394106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7A34"/>
                </a:solidFill>
                <a:latin typeface="Calibri"/>
              </a:rPr>
              <a:t>CASO DE USO EXTENDIDO  ·  CU-49e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4645152"/>
            <a:ext cx="3941064" cy="1591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>
                <a:solidFill>
                  <a:srgbClr val="1B3F2F"/>
                </a:solidFill>
                <a:latin typeface="Calibri"/>
              </a:rPr>
              <a:t>1.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Verifica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 columnas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obligatorias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 SKU y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cantidad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. </a:t>
            </a:r>
            <a:endParaRPr lang="en-US" sz="1100"/>
          </a:p>
          <a:p>
            <a:pPr>
              <a:lnSpc>
                <a:spcPct val="105000"/>
              </a:lnSpc>
            </a:pPr>
            <a:br>
              <a:rPr lang="en-US" sz="1100">
                <a:latin typeface="Calibri"/>
              </a:rPr>
            </a:br>
            <a:r>
              <a:rPr sz="1100" b="0" i="0">
                <a:solidFill>
                  <a:srgbClr val="1B3F2F"/>
                </a:solidFill>
                <a:latin typeface="Calibri"/>
              </a:rPr>
              <a:t>2.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Verifica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que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cantidad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 sea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numérica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. </a:t>
            </a:r>
            <a:endParaRPr lang="en-US" sz="1100"/>
          </a:p>
          <a:p>
            <a:pPr>
              <a:lnSpc>
                <a:spcPct val="105000"/>
              </a:lnSpc>
            </a:pPr>
            <a:br>
              <a:rPr lang="en-US" sz="1100">
                <a:latin typeface="Calibri"/>
              </a:rPr>
            </a:br>
            <a:r>
              <a:rPr sz="1100" b="0" i="0">
                <a:solidFill>
                  <a:srgbClr val="1B3F2F"/>
                </a:solidFill>
                <a:latin typeface="Calibri"/>
              </a:rPr>
              <a:t>3.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Ejecuta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detección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 de SKU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duplicados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 (CU-57). </a:t>
            </a:r>
            <a:endParaRPr lang="en-US" sz="1100"/>
          </a:p>
          <a:p>
            <a:pPr>
              <a:lnSpc>
                <a:spcPct val="105000"/>
              </a:lnSpc>
            </a:pPr>
            <a:br>
              <a:rPr lang="en-US" sz="1100">
                <a:latin typeface="Calibri"/>
              </a:rPr>
            </a:br>
            <a:r>
              <a:rPr sz="1100" b="0" i="0">
                <a:solidFill>
                  <a:srgbClr val="1B3F2F"/>
                </a:solidFill>
                <a:latin typeface="Calibri"/>
              </a:rPr>
              <a:t>4. Si no hay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errores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,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habilita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selección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 de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modalidad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 (CU-51). </a:t>
            </a:r>
            <a:r>
              <a:rPr sz="1100" b="1" i="0" err="1">
                <a:solidFill>
                  <a:srgbClr val="1B3F2F"/>
                </a:solidFill>
                <a:latin typeface="Calibri"/>
              </a:rPr>
              <a:t>Alterno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: error de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formato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,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rechaza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 el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archivo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completo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 y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muestra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100" b="0" i="0" err="1">
                <a:solidFill>
                  <a:srgbClr val="1B3F2F"/>
                </a:solidFill>
                <a:latin typeface="Calibri"/>
              </a:rPr>
              <a:t>errores</a:t>
            </a:r>
            <a:r>
              <a:rPr sz="1100" b="0" i="0">
                <a:solidFill>
                  <a:srgbClr val="1B3F2F"/>
                </a:solidFill>
                <a:latin typeface="Calibri"/>
              </a:rPr>
              <a:t> (CU-50).</a:t>
            </a:r>
            <a:endParaRPr sz="1100"/>
          </a:p>
        </p:txBody>
      </p:sp>
      <p:sp>
        <p:nvSpPr>
          <p:cNvPr id="21" name="TextBox 20"/>
          <p:cNvSpPr txBox="1"/>
          <p:nvPr/>
        </p:nvSpPr>
        <p:spPr>
          <a:xfrm>
            <a:off x="4800600" y="960120"/>
            <a:ext cx="694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8444"/>
                </a:solidFill>
                <a:latin typeface="Calibri"/>
              </a:rPr>
              <a:t>DIAGRAMA DE SECUENCIA (exclusivo de esta traza)</a:t>
            </a:r>
          </a:p>
        </p:txBody>
      </p:sp>
      <p:pic>
        <p:nvPicPr>
          <p:cNvPr id="22" name="Picture 21" descr="RF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012" y="1234440"/>
            <a:ext cx="5684615" cy="53492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11480" y="65379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99999"/>
                </a:solidFill>
                <a:latin typeface="Calibri"/>
              </a:rPr>
              <a:t>Grupo 20  ·  Minimarket Antucayen  ·  Incremento 2  ·  Trazabilidad completa por requerimiento</a:t>
            </a:r>
          </a:p>
        </p:txBody>
      </p:sp>
      <p:sp>
        <p:nvSpPr>
          <p:cNvPr id="25" name="Google Shape;274;p7">
            <a:extLst>
              <a:ext uri="{FF2B5EF4-FFF2-40B4-BE49-F238E27FC236}">
                <a16:creationId xmlns:a16="http://schemas.microsoft.com/office/drawing/2014/main" id="{F85A357E-4563-4ABF-AE42-5CAA3A8BF976}"/>
              </a:ext>
            </a:extLst>
          </p:cNvPr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r>
              <a:rPr lang="es-CL" sz="900" b="1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7971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>
              <a:gd name="adj" fmla="val 4000"/>
            </a:avLst>
          </a:prstGeom>
          <a:solidFill>
            <a:srgbClr val="1B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RF-52  ·  CU-58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F5F0E1"/>
                </a:solidFill>
                <a:latin typeface="Calibri"/>
              </a:rPr>
              <a:t>Resolviendo SKU Duplicado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743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A88444"/>
                </a:solidFill>
                <a:latin typeface="Calibri"/>
              </a:rPr>
              <a:t>Traza 23/26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4160520" cy="566928"/>
          </a:xfrm>
          <a:prstGeom prst="roundRect">
            <a:avLst>
              <a:gd name="adj" fmla="val 4000"/>
            </a:avLst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1152144"/>
            <a:ext cx="394106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A88444"/>
                </a:solidFill>
                <a:latin typeface="Calibri"/>
              </a:rPr>
              <a:t>PROBLEMA / MÓDULO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335024"/>
            <a:ext cx="3941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3F2F"/>
                </a:solidFill>
                <a:latin typeface="Calibri"/>
              </a:rPr>
              <a:t>Validaciones y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55648"/>
            <a:ext cx="4160520" cy="960120"/>
          </a:xfrm>
          <a:prstGeom prst="roundRect">
            <a:avLst>
              <a:gd name="adj" fmla="val 4000"/>
            </a:avLst>
          </a:prstGeom>
          <a:solidFill>
            <a:srgbClr val="FAFA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810512"/>
            <a:ext cx="394106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8444"/>
                </a:solidFill>
                <a:latin typeface="Calibri"/>
              </a:rPr>
              <a:t>RF  ·  RF-52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984248"/>
            <a:ext cx="3941064" cy="558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El sistema debe requerir que el usuario resuelva cada grupo de SKU duplicados antes de confirmar el ajuste, eligiendo entre consolidar o rechazar.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807208"/>
            <a:ext cx="4160520" cy="457200"/>
          </a:xfrm>
          <a:prstGeom prst="roundRect">
            <a:avLst>
              <a:gd name="adj" fmla="val 4000"/>
            </a:avLst>
          </a:prstGeom>
          <a:solidFill>
            <a:srgbClr val="FAFA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" y="2862072"/>
            <a:ext cx="394106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8444"/>
                </a:solidFill>
                <a:latin typeface="Calibri"/>
              </a:rPr>
              <a:t>UR  ·  UR-52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3035808"/>
            <a:ext cx="39410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475569"/>
                </a:solidFill>
                <a:latin typeface="Calibri"/>
              </a:rPr>
              <a:t>Mismo identificador y especificación que el RF en este documento.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355848"/>
            <a:ext cx="4160520" cy="960120"/>
          </a:xfrm>
          <a:prstGeom prst="roundRect">
            <a:avLst>
              <a:gd name="adj" fmla="val 4000"/>
            </a:avLst>
          </a:prstGeom>
          <a:solidFill>
            <a:srgbClr val="FAFA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" y="3410712"/>
            <a:ext cx="394106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8444"/>
                </a:solidFill>
                <a:latin typeface="Calibri"/>
              </a:rPr>
              <a:t>CU  ·  CU-58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3584448"/>
            <a:ext cx="3941064" cy="558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El Administrador o Bodeguero decide, grupo por grupo, si consolida o descarta los SKU repetidos detectados en el archivo.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407408"/>
            <a:ext cx="4160520" cy="1856232"/>
          </a:xfrm>
          <a:prstGeom prst="roundRect">
            <a:avLst>
              <a:gd name="adj" fmla="val 4000"/>
            </a:avLst>
          </a:prstGeom>
          <a:solidFill>
            <a:srgbClr val="E6F4EA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" y="4462272"/>
            <a:ext cx="394106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7A34"/>
                </a:solidFill>
                <a:latin typeface="Calibri"/>
              </a:rPr>
              <a:t>CASO DE USO EXTENDIDO  ·  CU-58e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4645152"/>
            <a:ext cx="3941064" cy="1542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00" b="0" i="0">
                <a:solidFill>
                  <a:srgbClr val="1B3F2F"/>
                </a:solidFill>
                <a:latin typeface="Calibri"/>
              </a:rPr>
              <a:t>1.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Muestra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cada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grupo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de SKU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duplicados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con el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número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de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filas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involucradas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. </a:t>
            </a:r>
            <a:endParaRPr lang="en-US" sz="1200"/>
          </a:p>
          <a:p>
            <a:pPr>
              <a:lnSpc>
                <a:spcPct val="105000"/>
              </a:lnSpc>
            </a:pPr>
            <a:endParaRPr lang="en-US" sz="1200">
              <a:solidFill>
                <a:srgbClr val="1B3F2F"/>
              </a:solidFill>
              <a:latin typeface="Calibri"/>
            </a:endParaRPr>
          </a:p>
          <a:p>
            <a:pPr>
              <a:lnSpc>
                <a:spcPct val="105000"/>
              </a:lnSpc>
            </a:pPr>
            <a:r>
              <a:rPr sz="1200" b="0" i="0">
                <a:solidFill>
                  <a:srgbClr val="1B3F2F"/>
                </a:solidFill>
                <a:latin typeface="Calibri"/>
              </a:rPr>
              <a:t>2. El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usuario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elige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consolidar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o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rechazar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por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grupo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. </a:t>
            </a:r>
            <a:endParaRPr lang="en-US" sz="1200"/>
          </a:p>
          <a:p>
            <a:pPr>
              <a:lnSpc>
                <a:spcPct val="105000"/>
              </a:lnSpc>
            </a:pPr>
            <a:endParaRPr lang="en-US" sz="1200">
              <a:solidFill>
                <a:srgbClr val="1B3F2F"/>
              </a:solidFill>
              <a:latin typeface="Calibri"/>
            </a:endParaRPr>
          </a:p>
          <a:p>
            <a:pPr>
              <a:lnSpc>
                <a:spcPct val="105000"/>
              </a:lnSpc>
            </a:pPr>
            <a:r>
              <a:rPr sz="1200" b="0" i="0">
                <a:solidFill>
                  <a:srgbClr val="1B3F2F"/>
                </a:solidFill>
                <a:latin typeface="Calibri"/>
              </a:rPr>
              <a:t>3. El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sistema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aplica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la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decisión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antes de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continuar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.</a:t>
            </a:r>
            <a:endParaRPr lang="en-US" sz="1200"/>
          </a:p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1B3F2F"/>
                </a:solidFill>
                <a:latin typeface="Calibri"/>
              </a:rPr>
              <a:t> </a:t>
            </a:r>
            <a:r>
              <a:rPr sz="1200" b="1" i="0">
                <a:solidFill>
                  <a:srgbClr val="1B3F2F"/>
                </a:solidFill>
                <a:latin typeface="Calibri"/>
              </a:rPr>
              <a:t>Alterno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: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si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quedan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grupos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sin resolver,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bloquea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el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avance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 a la </a:t>
            </a:r>
            <a:r>
              <a:rPr sz="1200" b="0" i="0" err="1">
                <a:solidFill>
                  <a:srgbClr val="1B3F2F"/>
                </a:solidFill>
                <a:latin typeface="Calibri"/>
              </a:rPr>
              <a:t>previsualización</a:t>
            </a:r>
            <a:r>
              <a:rPr sz="1200" b="0" i="0">
                <a:solidFill>
                  <a:srgbClr val="1B3F2F"/>
                </a:solidFill>
                <a:latin typeface="Calibri"/>
              </a:rPr>
              <a:t>.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4800600" y="960120"/>
            <a:ext cx="694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8444"/>
                </a:solidFill>
                <a:latin typeface="Calibri"/>
              </a:rPr>
              <a:t>DIAGRAMA DE SECUENCIA (exclusivo de esta traza)</a:t>
            </a:r>
          </a:p>
        </p:txBody>
      </p:sp>
      <p:pic>
        <p:nvPicPr>
          <p:cNvPr id="22" name="Picture 21" descr="RF-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618" y="1234440"/>
            <a:ext cx="4927403" cy="53492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11480" y="65379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99999"/>
                </a:solidFill>
                <a:latin typeface="Calibri"/>
              </a:rPr>
              <a:t>Grupo 20  ·  Minimarket Antucayen  ·  Incremento 2  ·  Trazabilidad completa por requerimiento</a:t>
            </a:r>
          </a:p>
        </p:txBody>
      </p:sp>
      <p:sp>
        <p:nvSpPr>
          <p:cNvPr id="25" name="Google Shape;274;p7">
            <a:extLst>
              <a:ext uri="{FF2B5EF4-FFF2-40B4-BE49-F238E27FC236}">
                <a16:creationId xmlns:a16="http://schemas.microsoft.com/office/drawing/2014/main" id="{C0D6ED3B-9224-48CE-75F2-D339C21B9A6A}"/>
              </a:ext>
            </a:extLst>
          </p:cNvPr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r>
              <a:rPr lang="es-CL" sz="900" b="1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6732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0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s-CL" sz="40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7. Pruebas unitarias</a:t>
            </a:r>
            <a:endParaRPr lang="es-CL" sz="4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0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s-CL" sz="1600" b="0" i="1" u="none" strike="noStrike" cap="none" noProof="0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27 casos definidos · ejecución pendiente</a:t>
            </a:r>
            <a:endParaRPr lang="es-CL" sz="16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0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0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B3F2F"/>
              </a:buClr>
              <a:buSzPts val="1000"/>
            </a:pPr>
            <a:r>
              <a:rPr lang="es-CL" sz="1000" b="1" i="0" u="none" strike="noStrike" cap="none" noProof="0" err="1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</a:t>
            </a: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000" b="1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2 </a:t>
            </a: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· §5 · Tablas 5.1-5.5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0"/>
          <p:cNvSpPr/>
          <p:nvPr/>
        </p:nvSpPr>
        <p:spPr>
          <a:xfrm>
            <a:off x="457200" y="1783080"/>
            <a:ext cx="5029200" cy="443484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0"/>
          <p:cNvSpPr/>
          <p:nvPr/>
        </p:nvSpPr>
        <p:spPr>
          <a:xfrm>
            <a:off x="640080" y="196596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100"/>
              <a:buFont typeface="Calibri"/>
              <a:buNone/>
            </a:pPr>
            <a:r>
              <a:rPr lang="es-CL" sz="11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RESULTADO DE LA BATERÍA FINAL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0"/>
          <p:cNvSpPr/>
          <p:nvPr/>
        </p:nvSpPr>
        <p:spPr>
          <a:xfrm>
            <a:off x="640080" y="2606040"/>
            <a:ext cx="46634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Georgia"/>
              <a:buNone/>
            </a:pPr>
            <a:r>
              <a:rPr lang="es-CL" sz="80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27</a:t>
            </a:r>
            <a:r>
              <a:rPr lang="es-CL" sz="8000" b="1" i="0" u="none" strike="noStrike" cap="none" noProof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/ 27</a:t>
            </a:r>
            <a:endParaRPr lang="es-CL" sz="8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5" name="Google Shape;655;p10"/>
          <p:cNvCxnSpPr/>
          <p:nvPr/>
        </p:nvCxnSpPr>
        <p:spPr>
          <a:xfrm>
            <a:off x="1554480" y="4160520"/>
            <a:ext cx="2834640" cy="0"/>
          </a:xfrm>
          <a:prstGeom prst="straightConnector1">
            <a:avLst/>
          </a:prstGeom>
          <a:noFill/>
          <a:ln w="1905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6" name="Google Shape;656;p10"/>
          <p:cNvSpPr/>
          <p:nvPr/>
        </p:nvSpPr>
        <p:spPr>
          <a:xfrm>
            <a:off x="640080" y="4297680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3600"/>
              <a:buFont typeface="Georgia"/>
              <a:buNone/>
            </a:pPr>
            <a:r>
              <a:rPr lang="es-CL" sz="3600" b="1" i="0" u="none" strike="noStrike" cap="none" noProof="0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EJECUTADOS</a:t>
            </a:r>
            <a:endParaRPr lang="es-CL" sz="36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0"/>
          <p:cNvSpPr/>
          <p:nvPr/>
        </p:nvSpPr>
        <p:spPr>
          <a:xfrm>
            <a:off x="640080" y="5532120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100"/>
              <a:buFont typeface="Calibri"/>
              <a:buNone/>
            </a:pPr>
            <a:r>
              <a:rPr lang="es-CL" sz="1100" b="0" i="1" u="none" strike="noStrike" cap="none" noProof="0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Programadas para ejecutarse antes del cierre del Incremento 2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0"/>
          <p:cNvSpPr/>
          <p:nvPr/>
        </p:nvSpPr>
        <p:spPr>
          <a:xfrm>
            <a:off x="5852160" y="1783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800"/>
              <a:buFont typeface="Georgia"/>
              <a:buNone/>
            </a:pPr>
            <a:r>
              <a:rPr lang="es-CL" sz="18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Distribución por caso de uso</a:t>
            </a: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0"/>
          <p:cNvSpPr/>
          <p:nvPr/>
        </p:nvSpPr>
        <p:spPr>
          <a:xfrm>
            <a:off x="5852160" y="2286000"/>
            <a:ext cx="585216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0"/>
          <p:cNvSpPr/>
          <p:nvPr/>
        </p:nvSpPr>
        <p:spPr>
          <a:xfrm>
            <a:off x="5852160" y="2286000"/>
            <a:ext cx="91440" cy="118872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0"/>
          <p:cNvSpPr/>
          <p:nvPr/>
        </p:nvSpPr>
        <p:spPr>
          <a:xfrm>
            <a:off x="6080760" y="245059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800"/>
              <a:buFont typeface="Georgia"/>
              <a:buNone/>
            </a:pPr>
            <a:r>
              <a:rPr lang="es-CL" sz="18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Fig. 2.8-A/B</a:t>
            </a: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0"/>
          <p:cNvSpPr/>
          <p:nvPr/>
        </p:nvSpPr>
        <p:spPr>
          <a:xfrm>
            <a:off x="7132320" y="245059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Productos, Proveedores y Facturas</a:t>
            </a:r>
            <a:endParaRPr lang="es-CL" sz="12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0"/>
          <p:cNvSpPr/>
          <p:nvPr/>
        </p:nvSpPr>
        <p:spPr>
          <a:xfrm>
            <a:off x="10515600" y="2487168"/>
            <a:ext cx="1005840" cy="548640"/>
          </a:xfrm>
          <a:prstGeom prst="rect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0"/>
          <p:cNvSpPr/>
          <p:nvPr/>
        </p:nvSpPr>
        <p:spPr>
          <a:xfrm>
            <a:off x="10515600" y="2487168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600"/>
              <a:buFont typeface="Georgia"/>
              <a:buNone/>
            </a:pPr>
            <a:r>
              <a:rPr lang="es-CL" sz="1600" b="1">
                <a:solidFill>
                  <a:srgbClr val="1B3F2F"/>
                </a:solidFill>
                <a:latin typeface="Georgia"/>
                <a:ea typeface="Calibri"/>
                <a:cs typeface="Calibri"/>
                <a:sym typeface="Georgia"/>
              </a:rPr>
              <a:t>12/12</a:t>
            </a:r>
            <a:endParaRPr lang="es-CL" sz="16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0"/>
          <p:cNvSpPr/>
          <p:nvPr/>
        </p:nvSpPr>
        <p:spPr>
          <a:xfrm>
            <a:off x="6080760" y="29718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Tablas 5.1-5.2 · CP-01 a CP-12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0"/>
          <p:cNvSpPr/>
          <p:nvPr/>
        </p:nvSpPr>
        <p:spPr>
          <a:xfrm>
            <a:off x="5852160" y="3611880"/>
            <a:ext cx="585216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0"/>
          <p:cNvSpPr/>
          <p:nvPr/>
        </p:nvSpPr>
        <p:spPr>
          <a:xfrm>
            <a:off x="5852160" y="3611880"/>
            <a:ext cx="91440" cy="118872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0"/>
          <p:cNvSpPr/>
          <p:nvPr/>
        </p:nvSpPr>
        <p:spPr>
          <a:xfrm>
            <a:off x="6080759" y="3776472"/>
            <a:ext cx="1962573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Fig. 2.8-C</a:t>
            </a: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800"/>
              <a:buFont typeface="Georgia"/>
              <a:buNone/>
            </a:pP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0"/>
          <p:cNvSpPr/>
          <p:nvPr/>
        </p:nvSpPr>
        <p:spPr>
          <a:xfrm>
            <a:off x="10515600" y="3813048"/>
            <a:ext cx="1005840" cy="548640"/>
          </a:xfrm>
          <a:prstGeom prst="rect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0"/>
          <p:cNvSpPr/>
          <p:nvPr/>
        </p:nvSpPr>
        <p:spPr>
          <a:xfrm>
            <a:off x="10515600" y="3813048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600"/>
              <a:buFont typeface="Georgia"/>
              <a:buNone/>
            </a:pPr>
            <a:r>
              <a:rPr lang="es-CL" sz="1600" b="1">
                <a:solidFill>
                  <a:srgbClr val="1B3F2F"/>
                </a:solidFill>
                <a:latin typeface="Georgia"/>
                <a:ea typeface="Calibri"/>
                <a:cs typeface="Calibri"/>
                <a:sym typeface="Georgia"/>
              </a:rPr>
              <a:t>13/13</a:t>
            </a:r>
            <a:endParaRPr lang="es-CL" sz="16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0"/>
          <p:cNvSpPr/>
          <p:nvPr/>
        </p:nvSpPr>
        <p:spPr>
          <a:xfrm>
            <a:off x="6080760" y="429768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Tablas 5.3-5.4 · CP-13 a CP-23, 26-27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0"/>
          <p:cNvSpPr/>
          <p:nvPr/>
        </p:nvSpPr>
        <p:spPr>
          <a:xfrm>
            <a:off x="5852160" y="4937760"/>
            <a:ext cx="585216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0"/>
          <p:cNvSpPr/>
          <p:nvPr/>
        </p:nvSpPr>
        <p:spPr>
          <a:xfrm>
            <a:off x="5852160" y="4937760"/>
            <a:ext cx="91440" cy="118872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0"/>
          <p:cNvSpPr/>
          <p:nvPr/>
        </p:nvSpPr>
        <p:spPr>
          <a:xfrm>
            <a:off x="6080760" y="510235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800"/>
              <a:buFont typeface="Georgia"/>
              <a:buNone/>
            </a:pPr>
            <a:r>
              <a:rPr lang="es-CL" sz="18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Fig. 2.8-D</a:t>
            </a:r>
            <a:endParaRPr lang="es-CL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0"/>
          <p:cNvSpPr/>
          <p:nvPr/>
        </p:nvSpPr>
        <p:spPr>
          <a:xfrm>
            <a:off x="7132320" y="5102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Ajuste de Inventario</a:t>
            </a:r>
            <a:endParaRPr lang="es-CL" sz="1200" b="0" i="0" u="none" strike="noStrike" cap="none" noProof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0"/>
          <p:cNvSpPr/>
          <p:nvPr/>
        </p:nvSpPr>
        <p:spPr>
          <a:xfrm>
            <a:off x="10515600" y="5138928"/>
            <a:ext cx="1005840" cy="548640"/>
          </a:xfrm>
          <a:prstGeom prst="rect">
            <a:avLst/>
          </a:prstGeom>
          <a:solidFill>
            <a:srgbClr val="C2A063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0"/>
          <p:cNvSpPr/>
          <p:nvPr/>
        </p:nvSpPr>
        <p:spPr>
          <a:xfrm>
            <a:off x="10515600" y="5138928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600"/>
              <a:buFont typeface="Georgia"/>
              <a:buNone/>
            </a:pPr>
            <a:r>
              <a:rPr lang="es-CL" sz="1600" b="1">
                <a:solidFill>
                  <a:srgbClr val="1B3F2F"/>
                </a:solidFill>
                <a:latin typeface="Georgia"/>
                <a:ea typeface="Calibri"/>
                <a:cs typeface="Calibri"/>
                <a:sym typeface="Georgia"/>
              </a:rPr>
              <a:t>4/4</a:t>
            </a:r>
            <a:endParaRPr lang="es-CL" sz="16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0"/>
          <p:cNvSpPr/>
          <p:nvPr/>
        </p:nvSpPr>
        <p:spPr>
          <a:xfrm>
            <a:off x="6080760" y="56235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s-CL" sz="10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Tabla 5.5 · CP-16 a CP-19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0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Minimarket</a:t>
            </a: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Antucayen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lang="es-CL" sz="900" b="1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0"/>
          <p:cNvSpPr/>
          <p:nvPr/>
        </p:nvSpPr>
        <p:spPr>
          <a:xfrm>
            <a:off x="8043332" y="3756861"/>
            <a:ext cx="2057401" cy="39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Importación, Exportación y Validaciones de Archivo</a:t>
            </a:r>
            <a:endParaRPr lang="es-CL" sz="1200" b="0" i="0" u="none" strike="noStrike" cap="none" noProof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1"/>
          <p:cNvSpPr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4000"/>
              <a:buFont typeface="Georgia"/>
              <a:buNone/>
            </a:pPr>
            <a:r>
              <a:rPr lang="es-CL" sz="40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8. Traza Scrum++</a:t>
            </a:r>
            <a:endParaRPr lang="es-CL" sz="4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1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Georgia"/>
              <a:buNone/>
            </a:pPr>
            <a:r>
              <a:rPr lang="es-CL" sz="1600" b="0" i="1" u="none" strike="noStrike" cap="none" noProof="0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Línea de tiempo del segundo sprint</a:t>
            </a:r>
            <a:endParaRPr lang="es-CL" sz="16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1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solidFill>
            <a:srgbClr val="F5F1E8"/>
          </a:solidFill>
          <a:ln w="127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1"/>
          <p:cNvSpPr/>
          <p:nvPr/>
        </p:nvSpPr>
        <p:spPr>
          <a:xfrm>
            <a:off x="9144000" y="457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1B3F2F"/>
              </a:buClr>
              <a:buSzPts val="1000"/>
            </a:pPr>
            <a:r>
              <a:rPr lang="es-CL" sz="1000" b="1" i="0" u="none" strike="noStrike" cap="none" noProof="0" err="1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Inc</a:t>
            </a: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000" b="1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2 </a:t>
            </a:r>
            <a:r>
              <a:rPr lang="es-CL" sz="1000" b="1" i="0" u="none" strike="noStrike" cap="none" noProof="0">
                <a:solidFill>
                  <a:srgbClr val="1B3F2F"/>
                </a:solidFill>
                <a:latin typeface="Calibri"/>
                <a:ea typeface="Calibri"/>
                <a:cs typeface="Calibri"/>
                <a:sym typeface="Calibri"/>
              </a:rPr>
              <a:t>· §3</a:t>
            </a:r>
            <a:endParaRPr lang="es-CL" sz="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1"/>
          <p:cNvSpPr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s-CL" sz="1300" b="0" i="1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Documentación completa del segundo sprint integrada con las cinco vistas del modelo 4+1.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1"/>
          <p:cNvSpPr/>
          <p:nvPr/>
        </p:nvSpPr>
        <p:spPr>
          <a:xfrm>
            <a:off x="457200" y="2286000"/>
            <a:ext cx="3657600" cy="17373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1"/>
          <p:cNvSpPr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1"/>
          <p:cNvSpPr/>
          <p:nvPr/>
        </p:nvSpPr>
        <p:spPr>
          <a:xfrm>
            <a:off x="640080" y="22860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300"/>
              <a:buFont typeface="Calibri"/>
              <a:buNone/>
            </a:pPr>
            <a:r>
              <a:rPr lang="es-CL" sz="13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21/08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1"/>
          <p:cNvSpPr/>
          <p:nvPr/>
        </p:nvSpPr>
        <p:spPr>
          <a:xfrm>
            <a:off x="685800" y="29260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900"/>
              <a:buFont typeface="Georgia"/>
              <a:buNone/>
            </a:pPr>
            <a:r>
              <a:rPr lang="es-CL" sz="19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Sprint </a:t>
            </a:r>
            <a:r>
              <a:rPr lang="es-CL" sz="1900" b="1" i="0" u="none" strike="noStrike" cap="none" noProof="0" err="1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Planning</a:t>
            </a:r>
            <a:endParaRPr lang="es-CL" sz="1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1"/>
          <p:cNvSpPr/>
          <p:nvPr/>
        </p:nvSpPr>
        <p:spPr>
          <a:xfrm>
            <a:off x="685800" y="3429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s-CL" sz="11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Planificación de 26 RF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1"/>
          <p:cNvSpPr/>
          <p:nvPr/>
        </p:nvSpPr>
        <p:spPr>
          <a:xfrm>
            <a:off x="4297680" y="2286000"/>
            <a:ext cx="3657600" cy="17373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1"/>
          <p:cNvSpPr/>
          <p:nvPr/>
        </p:nvSpPr>
        <p:spPr>
          <a:xfrm>
            <a:off x="4297680" y="2286000"/>
            <a:ext cx="3657600" cy="45720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1"/>
          <p:cNvSpPr/>
          <p:nvPr/>
        </p:nvSpPr>
        <p:spPr>
          <a:xfrm>
            <a:off x="4480560" y="22860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300"/>
              <a:buFont typeface="Calibri"/>
              <a:buNone/>
            </a:pPr>
            <a:r>
              <a:rPr lang="es-CL" sz="13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24/08-12/09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1"/>
          <p:cNvSpPr/>
          <p:nvPr/>
        </p:nvSpPr>
        <p:spPr>
          <a:xfrm>
            <a:off x="4526280" y="29260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900"/>
              <a:buFont typeface="Georgia"/>
              <a:buNone/>
            </a:pPr>
            <a:r>
              <a:rPr lang="es-CL" sz="19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16 Daily Scrums</a:t>
            </a:r>
            <a:endParaRPr lang="es-CL" sz="1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1"/>
          <p:cNvSpPr/>
          <p:nvPr/>
        </p:nvSpPr>
        <p:spPr>
          <a:xfrm>
            <a:off x="4526280" y="3429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s-CL" sz="11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Sincronización diaria · 15 min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1"/>
          <p:cNvSpPr/>
          <p:nvPr/>
        </p:nvSpPr>
        <p:spPr>
          <a:xfrm>
            <a:off x="8138160" y="2286000"/>
            <a:ext cx="3657600" cy="17373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1"/>
          <p:cNvSpPr/>
          <p:nvPr/>
        </p:nvSpPr>
        <p:spPr>
          <a:xfrm>
            <a:off x="8138160" y="2286000"/>
            <a:ext cx="3657600" cy="45720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1"/>
          <p:cNvSpPr/>
          <p:nvPr/>
        </p:nvSpPr>
        <p:spPr>
          <a:xfrm>
            <a:off x="8321040" y="22860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300"/>
              <a:buFont typeface="Calibri"/>
              <a:buNone/>
            </a:pPr>
            <a:r>
              <a:rPr lang="es-CL" sz="13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24/08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1"/>
          <p:cNvSpPr/>
          <p:nvPr/>
        </p:nvSpPr>
        <p:spPr>
          <a:xfrm>
            <a:off x="8366760" y="29260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900"/>
              <a:buFont typeface="Georgia"/>
              <a:buNone/>
            </a:pPr>
            <a:r>
              <a:rPr lang="es-CL" sz="19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Sprint Backlog</a:t>
            </a:r>
            <a:endParaRPr lang="es-CL" sz="1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1"/>
          <p:cNvSpPr/>
          <p:nvPr/>
        </p:nvSpPr>
        <p:spPr>
          <a:xfrm>
            <a:off x="8366760" y="3429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s-CL" sz="11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48 tareas · 117,5 HH estimadas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1"/>
          <p:cNvSpPr/>
          <p:nvPr/>
        </p:nvSpPr>
        <p:spPr>
          <a:xfrm>
            <a:off x="457200" y="4251960"/>
            <a:ext cx="3657600" cy="17373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11"/>
          <p:cNvSpPr/>
          <p:nvPr/>
        </p:nvSpPr>
        <p:spPr>
          <a:xfrm>
            <a:off x="457200" y="4251960"/>
            <a:ext cx="3657600" cy="45720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1"/>
          <p:cNvSpPr/>
          <p:nvPr/>
        </p:nvSpPr>
        <p:spPr>
          <a:xfrm>
            <a:off x="640080" y="42519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300"/>
              <a:buFont typeface="Calibri"/>
              <a:buNone/>
            </a:pPr>
            <a:r>
              <a:rPr lang="es-CL" sz="13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12/09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1"/>
          <p:cNvSpPr/>
          <p:nvPr/>
        </p:nvSpPr>
        <p:spPr>
          <a:xfrm>
            <a:off x="685800" y="48920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900"/>
              <a:buFont typeface="Georgia"/>
              <a:buNone/>
            </a:pPr>
            <a:r>
              <a:rPr lang="es-CL" sz="19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Pruebas Unitarias</a:t>
            </a:r>
            <a:endParaRPr lang="es-CL" sz="1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1"/>
          <p:cNvSpPr/>
          <p:nvPr/>
        </p:nvSpPr>
        <p:spPr>
          <a:xfrm>
            <a:off x="685800" y="53949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s-CL" sz="11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27 casos · ejecución pendiente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1"/>
          <p:cNvSpPr/>
          <p:nvPr/>
        </p:nvSpPr>
        <p:spPr>
          <a:xfrm>
            <a:off x="4297680" y="4251960"/>
            <a:ext cx="3657600" cy="17373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1"/>
          <p:cNvSpPr/>
          <p:nvPr/>
        </p:nvSpPr>
        <p:spPr>
          <a:xfrm>
            <a:off x="4297680" y="4251960"/>
            <a:ext cx="3657600" cy="45720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1"/>
          <p:cNvSpPr/>
          <p:nvPr/>
        </p:nvSpPr>
        <p:spPr>
          <a:xfrm>
            <a:off x="4480560" y="42519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300"/>
              <a:buFont typeface="Calibri"/>
              <a:buNone/>
            </a:pPr>
            <a:r>
              <a:rPr lang="es-CL" sz="13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13/09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1"/>
          <p:cNvSpPr/>
          <p:nvPr/>
        </p:nvSpPr>
        <p:spPr>
          <a:xfrm>
            <a:off x="4526280" y="48920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900"/>
              <a:buFont typeface="Georgia"/>
              <a:buNone/>
            </a:pPr>
            <a:r>
              <a:rPr lang="es-CL" sz="19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Sprint </a:t>
            </a:r>
            <a:r>
              <a:rPr lang="es-CL" sz="1900" b="1" i="0" u="none" strike="noStrike" cap="none" noProof="0" err="1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Review</a:t>
            </a:r>
            <a:endParaRPr lang="es-CL" sz="1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1"/>
          <p:cNvSpPr/>
          <p:nvPr/>
        </p:nvSpPr>
        <p:spPr>
          <a:xfrm>
            <a:off x="4526280" y="53949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s-CL" sz="11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Demo + retroalimentación cliente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1"/>
          <p:cNvSpPr/>
          <p:nvPr/>
        </p:nvSpPr>
        <p:spPr>
          <a:xfrm>
            <a:off x="8138160" y="4251960"/>
            <a:ext cx="3657600" cy="17373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1"/>
          <p:cNvSpPr/>
          <p:nvPr/>
        </p:nvSpPr>
        <p:spPr>
          <a:xfrm>
            <a:off x="8138160" y="4251960"/>
            <a:ext cx="3657600" cy="457200"/>
          </a:xfrm>
          <a:prstGeom prst="rect">
            <a:avLst/>
          </a:prstGeom>
          <a:solidFill>
            <a:srgbClr val="1B3F2F"/>
          </a:solidFill>
          <a:ln w="12700" cap="flat" cmpd="sng">
            <a:solidFill>
              <a:srgbClr val="1B3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1"/>
          <p:cNvSpPr/>
          <p:nvPr/>
        </p:nvSpPr>
        <p:spPr>
          <a:xfrm>
            <a:off x="8321040" y="42519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1300"/>
              <a:buFont typeface="Calibri"/>
              <a:buNone/>
            </a:pPr>
            <a:r>
              <a:rPr lang="es-CL" sz="1300" b="1" i="0" u="none" strike="noStrike" cap="none" noProof="0">
                <a:solidFill>
                  <a:srgbClr val="C2A063"/>
                </a:solidFill>
                <a:latin typeface="Calibri"/>
                <a:ea typeface="Calibri"/>
                <a:cs typeface="Calibri"/>
                <a:sym typeface="Calibri"/>
              </a:rPr>
              <a:t>13/09</a:t>
            </a:r>
            <a:endParaRPr lang="es-CL" sz="13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1"/>
          <p:cNvSpPr/>
          <p:nvPr/>
        </p:nvSpPr>
        <p:spPr>
          <a:xfrm>
            <a:off x="8366760" y="48920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F2F"/>
              </a:buClr>
              <a:buSzPts val="1900"/>
              <a:buFont typeface="Georgia"/>
              <a:buNone/>
            </a:pPr>
            <a:r>
              <a:rPr lang="es-CL" sz="1900" b="1" i="0" u="none" strike="noStrike" cap="none" noProof="0">
                <a:solidFill>
                  <a:srgbClr val="1B3F2F"/>
                </a:solidFill>
                <a:latin typeface="Georgia"/>
                <a:ea typeface="Georgia"/>
                <a:cs typeface="Georgia"/>
                <a:sym typeface="Georgia"/>
              </a:rPr>
              <a:t>Sprint Retrospective</a:t>
            </a:r>
            <a:endParaRPr lang="es-CL" sz="1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1"/>
          <p:cNvSpPr/>
          <p:nvPr/>
        </p:nvSpPr>
        <p:spPr>
          <a:xfrm>
            <a:off x="8366760" y="53949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s-CL" sz="1100" b="0" i="0" u="none" strike="noStrike" cap="none" noProof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Plan de mejora siguiente sprint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1"/>
          <p:cNvSpPr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Ingeniería de Software II   •   Grupo 20   •  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Minimarket</a:t>
            </a:r>
            <a:r>
              <a:rPr lang="es-CL" sz="900" b="0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900" b="0" i="0" u="none" strike="noStrike" cap="none" noProof="0" err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Antucayen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r>
              <a:rPr lang="es-CL" sz="900" b="1" i="0" u="none" strike="noStrike" cap="none" noProof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s-CL" sz="9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2F"/>
        </a:solidFill>
        <a:effectLst/>
      </p:bgPr>
    </p:bg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2"/>
          <p:cNvSpPr/>
          <p:nvPr/>
        </p:nvSpPr>
        <p:spPr>
          <a:xfrm>
            <a:off x="-2286000" y="-1371600"/>
            <a:ext cx="5029200" cy="5029200"/>
          </a:xfrm>
          <a:prstGeom prst="ellipse">
            <a:avLst/>
          </a:prstGeom>
          <a:solidFill>
            <a:srgbClr val="143025"/>
          </a:solidFill>
          <a:ln w="12700" cap="flat" cmpd="sng">
            <a:solidFill>
              <a:srgbClr val="1430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2"/>
          <p:cNvSpPr/>
          <p:nvPr/>
        </p:nvSpPr>
        <p:spPr>
          <a:xfrm>
            <a:off x="9144000" y="3200400"/>
            <a:ext cx="5029200" cy="5029200"/>
          </a:xfrm>
          <a:prstGeom prst="ellipse">
            <a:avLst/>
          </a:prstGeom>
          <a:solidFill>
            <a:srgbClr val="A88444"/>
          </a:solidFill>
          <a:ln w="12700" cap="flat" cmpd="sng">
            <a:solidFill>
              <a:srgbClr val="A88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noProof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12"/>
          <p:cNvSpPr/>
          <p:nvPr/>
        </p:nvSpPr>
        <p:spPr>
          <a:xfrm>
            <a:off x="457200" y="1828800"/>
            <a:ext cx="112471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0"/>
              <a:buFont typeface="Georgia"/>
              <a:buNone/>
            </a:pPr>
            <a:r>
              <a:rPr lang="es-CL" sz="11000" b="1" i="0" u="none" strike="noStrike" cap="none" noProof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GRACIAS</a:t>
            </a:r>
            <a:endParaRPr lang="es-CL" sz="110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3" name="Google Shape;733;p12"/>
          <p:cNvCxnSpPr/>
          <p:nvPr/>
        </p:nvCxnSpPr>
        <p:spPr>
          <a:xfrm>
            <a:off x="5029200" y="3611880"/>
            <a:ext cx="2103120" cy="0"/>
          </a:xfrm>
          <a:prstGeom prst="straightConnector1">
            <a:avLst/>
          </a:prstGeom>
          <a:noFill/>
          <a:ln w="25400" cap="flat" cmpd="sng">
            <a:solidFill>
              <a:srgbClr val="C2A06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4" name="Google Shape;734;p12"/>
          <p:cNvSpPr/>
          <p:nvPr/>
        </p:nvSpPr>
        <p:spPr>
          <a:xfrm>
            <a:off x="457200" y="37490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A063"/>
              </a:buClr>
              <a:buSzPts val="2800"/>
              <a:buFont typeface="Georgia"/>
              <a:buNone/>
            </a:pPr>
            <a:r>
              <a:rPr lang="es-CL" sz="2800" b="0" i="1" u="none" strike="noStrike" cap="none" noProof="0">
                <a:solidFill>
                  <a:srgbClr val="C2A063"/>
                </a:solidFill>
                <a:latin typeface="Georgia"/>
                <a:ea typeface="Georgia"/>
                <a:cs typeface="Georgia"/>
                <a:sym typeface="Georgia"/>
              </a:rPr>
              <a:t>¿Preguntas?</a:t>
            </a:r>
            <a:endParaRPr lang="es-CL" sz="2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2"/>
          <p:cNvSpPr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s-CL" sz="14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 de Gestión de Inventario y Facturas   •   </a:t>
            </a:r>
            <a:r>
              <a:rPr lang="es-CL" sz="1400" b="0" i="0" u="none" strike="noStrike" cap="none" noProof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Minimarket</a:t>
            </a:r>
            <a:r>
              <a:rPr lang="es-CL" sz="14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400" b="0" i="0" u="none" strike="noStrike" cap="none" noProof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Antucayen</a:t>
            </a:r>
            <a:endParaRPr lang="es-CL" sz="14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2"/>
          <p:cNvSpPr/>
          <p:nvPr/>
        </p:nvSpPr>
        <p:spPr>
          <a:xfrm>
            <a:off x="457200" y="516636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1100"/>
              <a:buFont typeface="Calibri"/>
              <a:buNone/>
            </a:pPr>
            <a:r>
              <a:rPr lang="es-CL" sz="1100" b="0" i="0" u="none" strike="noStrike" cap="none" noProof="0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Grupo 20   •   Ingeniería de Software II   •   Universidad Andrés Bello   •   2026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2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s-CL" sz="1100" b="0" i="1" u="none" strike="noStrike" cap="none" noProof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Matías Ale · Fabián Gómez · Erick Hernández · </a:t>
            </a:r>
            <a:r>
              <a:rPr lang="es-CL" sz="1100" i="1" noProof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Diego Lobos · </a:t>
            </a:r>
            <a:r>
              <a:rPr lang="es-CL" sz="1100" b="0" i="1" u="none" strike="noStrike" cap="none" noProof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Nicolás López · </a:t>
            </a:r>
            <a:r>
              <a:rPr lang="es-CL" sz="1100" i="1" noProof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Cristóbal Osorio</a:t>
            </a:r>
            <a:r>
              <a:rPr lang="es-CL" sz="1100" b="0" i="1" u="none" strike="noStrike" cap="none" noProof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· Felipe Salas</a:t>
            </a:r>
            <a:endParaRPr lang="es-CL" sz="11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D4C7"/>
              </a:buClr>
              <a:buSzPts val="900"/>
              <a:buFont typeface="Calibri"/>
              <a:buNone/>
            </a:pPr>
            <a:r>
              <a:rPr lang="es-CL" sz="900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es-CL" sz="900" b="0" i="0" u="none" strike="noStrike" cap="none" noProof="0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s-CL" sz="900">
                <a:solidFill>
                  <a:srgbClr val="B8D4C7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CL" sz="9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Grupo 20</dc:creator>
  <cp:revision>28</cp:revision>
  <dcterms:created xsi:type="dcterms:W3CDTF">2026-06-08T06:33:53Z</dcterms:created>
  <dcterms:modified xsi:type="dcterms:W3CDTF">2026-10-04T20:28:09Z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6cc498283a99416091b4b86933b7991a_22</vt:lpwstr>
  </property>
</Properties>
</file>