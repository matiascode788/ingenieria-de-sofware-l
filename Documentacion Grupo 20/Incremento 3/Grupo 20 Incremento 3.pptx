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9"/>
  </p:notesMasterIdLst>
  <p:sldIdLst>
    <p:sldId id="261" r:id="rId5"/>
    <p:sldId id="288" r:id="rId6"/>
    <p:sldId id="289" r:id="rId7"/>
    <p:sldId id="290" r:id="rId8"/>
    <p:sldId id="291" r:id="rId9"/>
    <p:sldId id="310" r:id="rId10"/>
    <p:sldId id="292" r:id="rId11"/>
    <p:sldId id="293" r:id="rId12"/>
    <p:sldId id="294" r:id="rId13"/>
    <p:sldId id="295" r:id="rId14"/>
    <p:sldId id="296" r:id="rId15"/>
    <p:sldId id="298" r:id="rId16"/>
    <p:sldId id="313" r:id="rId17"/>
    <p:sldId id="300" r:id="rId18"/>
    <p:sldId id="301" r:id="rId19"/>
    <p:sldId id="302" r:id="rId20"/>
    <p:sldId id="303" r:id="rId21"/>
    <p:sldId id="304" r:id="rId22"/>
    <p:sldId id="305" r:id="rId23"/>
    <p:sldId id="306" r:id="rId24"/>
    <p:sldId id="312" r:id="rId25"/>
    <p:sldId id="311" r:id="rId26"/>
    <p:sldId id="308" r:id="rId27"/>
    <p:sldId id="309" r:id="rId28"/>
  </p:sldIdLst>
  <p:sldSz cx="12192000" cy="6858000"/>
  <p:notesSz cx="6858000" cy="9144000"/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0DA9823-314B-8AA3-7098-B92FFEEC96E5}" name="OSORIO RIQUELME CRISTOBAL A" initials="OA" userId="S::c.osorioriquelme@uandresbello.edu::8825b92d-bffb-4c70-9f71-df0b4be0989f" providerId="AD"/>
  <p188:author id="{465DF93B-7C2D-D08F-0C3F-1667099DD43B}" name="SALAS ORTIZ FELIPE P" initials="SP" userId="S::f.salasortiz@uandresbello.edu::50b57c22-9f6d-44aa-ae83-adb288526a08" providerId="AD"/>
  <p188:author id="{DF5C0C9D-2A0A-DE2B-453C-9E707F87A525}" name="HERNÁNDEZ LEIVA ERICK D" initials="HD" userId="S::e.hernndezleiva@uandresbello.edu::9c5b8259-4361-4a22-8228-673ea94f99ad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 Valenzuela Concha" initials="MVC" lastIdx="1" clrIdx="0">
    <p:extLst>
      <p:ext uri="{19B8F6BF-5375-455C-9EA6-DF929625EA0E}">
        <p15:presenceInfo xmlns:p15="http://schemas.microsoft.com/office/powerpoint/2012/main" userId="S-1-5-21-993326457-1990213774-629508014-60950" providerId="AD"/>
      </p:ext>
    </p:extLst>
  </p:cmAuthor>
  <p:cmAuthor id="2" name="Manuel Valenzuela Concha" initials="MVC [2]" lastIdx="1" clrIdx="1">
    <p:extLst>
      <p:ext uri="{19B8F6BF-5375-455C-9EA6-DF929625EA0E}">
        <p15:presenceInfo xmlns:p15="http://schemas.microsoft.com/office/powerpoint/2012/main" userId="S::manuel.valenzuela@unab.cl::63540914-dbe4-4c70-a8f0-0e52a38a1df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0000"/>
    <a:srgbClr val="0F1A2B"/>
    <a:srgbClr val="E30000"/>
    <a:srgbClr val="E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8" dt="2026-10-03T19:05:54.413"/>
    <p1510:client id="{17C90FD0-F912-DC1F-5952-38EA7FD2033B}" v="49" dt="2026-10-03T19:30:45.722"/>
    <p1510:client id="{D2008434-04B5-E7FE-ACF9-A8ABE801A1E9}" v="430" dt="2026-10-04T20:29:05.4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37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commentAuthors" Target="commentAuthors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LAS ORTIZ FELIPE P" userId="S::f.salasortiz@uandresbello.edu::50b57c22-9f6d-44aa-ae83-adb288526a08" providerId="AD" clId="Web-{503D1DA3-FC19-9BBA-0267-6A8F77B21D93}"/>
    <pc:docChg chg="addSld delSld modSld">
      <pc:chgData name="SALAS ORTIZ FELIPE P" userId="S::f.salasortiz@uandresbello.edu::50b57c22-9f6d-44aa-ae83-adb288526a08" providerId="AD" clId="Web-{503D1DA3-FC19-9BBA-0267-6A8F77B21D93}" dt="2026-09-15T23:38:02.697" v="497"/>
      <pc:docMkLst>
        <pc:docMk/>
      </pc:docMkLst>
      <pc:sldChg chg="modSp">
        <pc:chgData name="SALAS ORTIZ FELIPE P" userId="S::f.salasortiz@uandresbello.edu::50b57c22-9f6d-44aa-ae83-adb288526a08" providerId="AD" clId="Web-{503D1DA3-FC19-9BBA-0267-6A8F77B21D93}" dt="2026-09-15T22:49:03.836" v="34" actId="1076"/>
        <pc:sldMkLst>
          <pc:docMk/>
          <pc:sldMk cId="1833661433" sldId="261"/>
        </pc:sldMkLst>
        <pc:picChg chg="mod">
          <ac:chgData name="SALAS ORTIZ FELIPE P" userId="S::f.salasortiz@uandresbello.edu::50b57c22-9f6d-44aa-ae83-adb288526a08" providerId="AD" clId="Web-{503D1DA3-FC19-9BBA-0267-6A8F77B21D93}" dt="2026-09-15T22:49:03.836" v="34" actId="1076"/>
          <ac:picMkLst>
            <pc:docMk/>
            <pc:sldMk cId="1833661433" sldId="261"/>
            <ac:picMk id="15" creationId="{00000000-0000-0000-0000-000000000000}"/>
          </ac:picMkLst>
        </pc:picChg>
      </pc:sldChg>
      <pc:sldChg chg="modSp">
        <pc:chgData name="SALAS ORTIZ FELIPE P" userId="S::f.salasortiz@uandresbello.edu::50b57c22-9f6d-44aa-ae83-adb288526a08" providerId="AD" clId="Web-{503D1DA3-FC19-9BBA-0267-6A8F77B21D93}" dt="2026-09-15T23:10:51.435" v="181"/>
        <pc:sldMkLst>
          <pc:docMk/>
          <pc:sldMk cId="3013883602" sldId="289"/>
        </pc:sldMkLst>
        <pc:spChg chg="mod">
          <ac:chgData name="SALAS ORTIZ FELIPE P" userId="S::f.salasortiz@uandresbello.edu::50b57c22-9f6d-44aa-ae83-adb288526a08" providerId="AD" clId="Web-{503D1DA3-FC19-9BBA-0267-6A8F77B21D93}" dt="2026-09-15T23:07:13.132" v="157" actId="20577"/>
          <ac:spMkLst>
            <pc:docMk/>
            <pc:sldMk cId="3013883602" sldId="289"/>
            <ac:spMk id="11" creationId="{DEDC3B90-401A-A59D-90CF-B348F1E617F6}"/>
          </ac:spMkLst>
        </pc:spChg>
        <pc:spChg chg="mod">
          <ac:chgData name="SALAS ORTIZ FELIPE P" userId="S::f.salasortiz@uandresbello.edu::50b57c22-9f6d-44aa-ae83-adb288526a08" providerId="AD" clId="Web-{503D1DA3-FC19-9BBA-0267-6A8F77B21D93}" dt="2026-09-15T23:07:54.586" v="167" actId="20577"/>
          <ac:spMkLst>
            <pc:docMk/>
            <pc:sldMk cId="3013883602" sldId="289"/>
            <ac:spMk id="12" creationId="{4FE15370-0AA9-6685-56EB-685F8EB56598}"/>
          </ac:spMkLst>
        </pc:spChg>
      </pc:sldChg>
      <pc:sldChg chg="modSp">
        <pc:chgData name="SALAS ORTIZ FELIPE P" userId="S::f.salasortiz@uandresbello.edu::50b57c22-9f6d-44aa-ae83-adb288526a08" providerId="AD" clId="Web-{503D1DA3-FC19-9BBA-0267-6A8F77B21D93}" dt="2026-09-15T23:27:24.290" v="456"/>
        <pc:sldMkLst>
          <pc:docMk/>
          <pc:sldMk cId="2050308569" sldId="291"/>
        </pc:sldMkLst>
        <pc:spChg chg="mod">
          <ac:chgData name="SALAS ORTIZ FELIPE P" userId="S::f.salasortiz@uandresbello.edu::50b57c22-9f6d-44aa-ae83-adb288526a08" providerId="AD" clId="Web-{503D1DA3-FC19-9BBA-0267-6A8F77B21D93}" dt="2026-09-15T23:27:24.290" v="456"/>
          <ac:spMkLst>
            <pc:docMk/>
            <pc:sldMk cId="2050308569" sldId="291"/>
            <ac:spMk id="4" creationId="{EB5CA923-6249-6FDE-3F64-9874A03486FE}"/>
          </ac:spMkLst>
        </pc:spChg>
      </pc:sldChg>
      <pc:sldChg chg="modSp">
        <pc:chgData name="SALAS ORTIZ FELIPE P" userId="S::f.salasortiz@uandresbello.edu::50b57c22-9f6d-44aa-ae83-adb288526a08" providerId="AD" clId="Web-{503D1DA3-FC19-9BBA-0267-6A8F77B21D93}" dt="2026-09-15T22:58:41.680" v="147" actId="20577"/>
        <pc:sldMkLst>
          <pc:docMk/>
          <pc:sldMk cId="4057004946" sldId="292"/>
        </pc:sldMkLst>
      </pc:sldChg>
      <pc:sldChg chg="modSp">
        <pc:chgData name="SALAS ORTIZ FELIPE P" userId="S::f.salasortiz@uandresbello.edu::50b57c22-9f6d-44aa-ae83-adb288526a08" providerId="AD" clId="Web-{503D1DA3-FC19-9BBA-0267-6A8F77B21D93}" dt="2026-09-15T23:27:53.728" v="458"/>
        <pc:sldMkLst>
          <pc:docMk/>
          <pc:sldMk cId="189081242" sldId="293"/>
        </pc:sldMkLst>
        <pc:spChg chg="mod">
          <ac:chgData name="SALAS ORTIZ FELIPE P" userId="S::f.salasortiz@uandresbello.edu::50b57c22-9f6d-44aa-ae83-adb288526a08" providerId="AD" clId="Web-{503D1DA3-FC19-9BBA-0267-6A8F77B21D93}" dt="2026-09-15T23:27:44.149" v="457"/>
          <ac:spMkLst>
            <pc:docMk/>
            <pc:sldMk cId="189081242" sldId="293"/>
            <ac:spMk id="46" creationId="{AD0A828A-EA9F-B82B-4D2F-F36BFA99EA03}"/>
          </ac:spMkLst>
        </pc:spChg>
        <pc:spChg chg="mod">
          <ac:chgData name="SALAS ORTIZ FELIPE P" userId="S::f.salasortiz@uandresbello.edu::50b57c22-9f6d-44aa-ae83-adb288526a08" providerId="AD" clId="Web-{503D1DA3-FC19-9BBA-0267-6A8F77B21D93}" dt="2026-09-15T23:27:53.728" v="458"/>
          <ac:spMkLst>
            <pc:docMk/>
            <pc:sldMk cId="189081242" sldId="293"/>
            <ac:spMk id="47" creationId="{8EC19760-FA35-B57D-2EBC-5E0D44679517}"/>
          </ac:spMkLst>
        </pc:spChg>
      </pc:sldChg>
      <pc:sldChg chg="modSp">
        <pc:chgData name="SALAS ORTIZ FELIPE P" userId="S::f.salasortiz@uandresbello.edu::50b57c22-9f6d-44aa-ae83-adb288526a08" providerId="AD" clId="Web-{503D1DA3-FC19-9BBA-0267-6A8F77B21D93}" dt="2026-09-15T23:35:10.693" v="491"/>
        <pc:sldMkLst>
          <pc:docMk/>
          <pc:sldMk cId="4025615869" sldId="294"/>
        </pc:sldMkLst>
      </pc:sldChg>
      <pc:sldChg chg="modSp">
        <pc:chgData name="SALAS ORTIZ FELIPE P" userId="S::f.salasortiz@uandresbello.edu::50b57c22-9f6d-44aa-ae83-adb288526a08" providerId="AD" clId="Web-{503D1DA3-FC19-9BBA-0267-6A8F77B21D93}" dt="2026-09-15T23:34:36.207" v="487"/>
        <pc:sldMkLst>
          <pc:docMk/>
          <pc:sldMk cId="3593821757" sldId="296"/>
        </pc:sldMkLst>
      </pc:sldChg>
      <pc:sldChg chg="modSp">
        <pc:chgData name="SALAS ORTIZ FELIPE P" userId="S::f.salasortiz@uandresbello.edu::50b57c22-9f6d-44aa-ae83-adb288526a08" providerId="AD" clId="Web-{503D1DA3-FC19-9BBA-0267-6A8F77B21D93}" dt="2026-09-15T22:54:59.565" v="78"/>
        <pc:sldMkLst>
          <pc:docMk/>
          <pc:sldMk cId="198021048" sldId="298"/>
        </pc:sldMkLst>
      </pc:sldChg>
      <pc:sldChg chg="modSp">
        <pc:chgData name="SALAS ORTIZ FELIPE P" userId="S::f.salasortiz@uandresbello.edu::50b57c22-9f6d-44aa-ae83-adb288526a08" providerId="AD" clId="Web-{503D1DA3-FC19-9BBA-0267-6A8F77B21D93}" dt="2026-09-15T23:25:10.130" v="446" actId="20577"/>
        <pc:sldMkLst>
          <pc:docMk/>
          <pc:sldMk cId="1498931609" sldId="306"/>
        </pc:sldMkLst>
      </pc:sldChg>
      <pc:sldChg chg="modSp">
        <pc:chgData name="SALAS ORTIZ FELIPE P" userId="S::f.salasortiz@uandresbello.edu::50b57c22-9f6d-44aa-ae83-adb288526a08" providerId="AD" clId="Web-{503D1DA3-FC19-9BBA-0267-6A8F77B21D93}" dt="2026-09-15T23:21:14.842" v="262" actId="20577"/>
        <pc:sldMkLst>
          <pc:docMk/>
          <pc:sldMk cId="3947133572" sldId="307"/>
        </pc:sldMkLst>
        <pc:spChg chg="mod">
          <ac:chgData name="SALAS ORTIZ FELIPE P" userId="S::f.salasortiz@uandresbello.edu::50b57c22-9f6d-44aa-ae83-adb288526a08" providerId="AD" clId="Web-{503D1DA3-FC19-9BBA-0267-6A8F77B21D93}" dt="2026-09-15T23:18:33.150" v="234" actId="20577"/>
          <ac:spMkLst>
            <pc:docMk/>
            <pc:sldMk cId="3947133572" sldId="307"/>
            <ac:spMk id="9" creationId="{C3A512C1-12F7-DB5A-419B-B253C3513887}"/>
          </ac:spMkLst>
        </pc:spChg>
        <pc:spChg chg="mod">
          <ac:chgData name="SALAS ORTIZ FELIPE P" userId="S::f.salasortiz@uandresbello.edu::50b57c22-9f6d-44aa-ae83-adb288526a08" providerId="AD" clId="Web-{503D1DA3-FC19-9BBA-0267-6A8F77B21D93}" dt="2026-09-15T23:19:12.886" v="248" actId="20577"/>
          <ac:spMkLst>
            <pc:docMk/>
            <pc:sldMk cId="3947133572" sldId="307"/>
            <ac:spMk id="14" creationId="{DDB20D59-6DF7-E853-7EE9-635850C59C82}"/>
          </ac:spMkLst>
        </pc:spChg>
        <pc:spChg chg="mod">
          <ac:chgData name="SALAS ORTIZ FELIPE P" userId="S::f.salasortiz@uandresbello.edu::50b57c22-9f6d-44aa-ae83-adb288526a08" providerId="AD" clId="Web-{503D1DA3-FC19-9BBA-0267-6A8F77B21D93}" dt="2026-09-15T23:18:12.978" v="233" actId="20577"/>
          <ac:spMkLst>
            <pc:docMk/>
            <pc:sldMk cId="3947133572" sldId="307"/>
            <ac:spMk id="15" creationId="{46CDD8FA-B3B6-AFEC-AD6F-9C9D3F4DB112}"/>
          </ac:spMkLst>
        </pc:spChg>
        <pc:spChg chg="mod">
          <ac:chgData name="SALAS ORTIZ FELIPE P" userId="S::f.salasortiz@uandresbello.edu::50b57c22-9f6d-44aa-ae83-adb288526a08" providerId="AD" clId="Web-{503D1DA3-FC19-9BBA-0267-6A8F77B21D93}" dt="2026-09-15T23:19:18.058" v="251" actId="20577"/>
          <ac:spMkLst>
            <pc:docMk/>
            <pc:sldMk cId="3947133572" sldId="307"/>
            <ac:spMk id="19" creationId="{07132613-3577-ADE1-359A-6A1C14AB4264}"/>
          </ac:spMkLst>
        </pc:spChg>
        <pc:spChg chg="mod">
          <ac:chgData name="SALAS ORTIZ FELIPE P" userId="S::f.salasortiz@uandresbello.edu::50b57c22-9f6d-44aa-ae83-adb288526a08" providerId="AD" clId="Web-{503D1DA3-FC19-9BBA-0267-6A8F77B21D93}" dt="2026-09-15T23:21:14.842" v="262" actId="20577"/>
          <ac:spMkLst>
            <pc:docMk/>
            <pc:sldMk cId="3947133572" sldId="307"/>
            <ac:spMk id="24" creationId="{47930685-12CB-AB12-1587-9F83ACC54AE1}"/>
          </ac:spMkLst>
        </pc:spChg>
        <pc:spChg chg="mod">
          <ac:chgData name="SALAS ORTIZ FELIPE P" userId="S::f.salasortiz@uandresbello.edu::50b57c22-9f6d-44aa-ae83-adb288526a08" providerId="AD" clId="Web-{503D1DA3-FC19-9BBA-0267-6A8F77B21D93}" dt="2026-09-15T23:19:27.120" v="257" actId="20577"/>
          <ac:spMkLst>
            <pc:docMk/>
            <pc:sldMk cId="3947133572" sldId="307"/>
            <ac:spMk id="29" creationId="{935412C7-625E-00F0-8C1C-75941D8F32B8}"/>
          </ac:spMkLst>
        </pc:spChg>
        <pc:spChg chg="mod">
          <ac:chgData name="SALAS ORTIZ FELIPE P" userId="S::f.salasortiz@uandresbello.edu::50b57c22-9f6d-44aa-ae83-adb288526a08" providerId="AD" clId="Web-{503D1DA3-FC19-9BBA-0267-6A8F77B21D93}" dt="2026-09-15T23:19:23.261" v="254" actId="20577"/>
          <ac:spMkLst>
            <pc:docMk/>
            <pc:sldMk cId="3947133572" sldId="307"/>
            <ac:spMk id="34" creationId="{C8FF0BB8-D983-7E53-7E3D-43EC5A6BADD9}"/>
          </ac:spMkLst>
        </pc:spChg>
      </pc:sldChg>
      <pc:sldChg chg="addSp delSp modSp add mod replId setBg setClrOvrMap">
        <pc:chgData name="SALAS ORTIZ FELIPE P" userId="S::f.salasortiz@uandresbello.edu::50b57c22-9f6d-44aa-ae83-adb288526a08" providerId="AD" clId="Web-{503D1DA3-FC19-9BBA-0267-6A8F77B21D93}" dt="2026-09-15T23:38:02.697" v="497"/>
        <pc:sldMkLst>
          <pc:docMk/>
          <pc:sldMk cId="2497749680" sldId="308"/>
        </pc:sldMkLst>
        <pc:spChg chg="mod ord">
          <ac:chgData name="SALAS ORTIZ FELIPE P" userId="S::f.salasortiz@uandresbello.edu::50b57c22-9f6d-44aa-ae83-adb288526a08" providerId="AD" clId="Web-{503D1DA3-FC19-9BBA-0267-6A8F77B21D93}" dt="2026-09-15T23:38:02.697" v="497"/>
          <ac:spMkLst>
            <pc:docMk/>
            <pc:sldMk cId="2497749680" sldId="308"/>
            <ac:spMk id="3" creationId="{3266EAFC-7AEF-DEA4-89B4-16FF74D259A8}"/>
          </ac:spMkLst>
        </pc:spChg>
        <pc:picChg chg="ord">
          <ac:chgData name="SALAS ORTIZ FELIPE P" userId="S::f.salasortiz@uandresbello.edu::50b57c22-9f6d-44aa-ae83-adb288526a08" providerId="AD" clId="Web-{503D1DA3-FC19-9BBA-0267-6A8F77B21D93}" dt="2026-09-15T23:38:02.697" v="497"/>
          <ac:picMkLst>
            <pc:docMk/>
            <pc:sldMk cId="2497749680" sldId="308"/>
            <ac:picMk id="2" creationId="{831DBCE8-5F3A-8B8C-088B-B00CAC4E1CA5}"/>
          </ac:picMkLst>
        </pc:picChg>
        <pc:picChg chg="ord">
          <ac:chgData name="SALAS ORTIZ FELIPE P" userId="S::f.salasortiz@uandresbello.edu::50b57c22-9f6d-44aa-ae83-adb288526a08" providerId="AD" clId="Web-{503D1DA3-FC19-9BBA-0267-6A8F77B21D93}" dt="2026-09-15T23:38:02.697" v="497"/>
          <ac:picMkLst>
            <pc:docMk/>
            <pc:sldMk cId="2497749680" sldId="308"/>
            <ac:picMk id="7" creationId="{F7433CB4-D592-5F5B-6D32-258F262989A3}"/>
          </ac:picMkLst>
        </pc:picChg>
      </pc:sldChg>
    </pc:docChg>
  </pc:docChgLst>
  <pc:docChgLst>
    <pc:chgData name="HERNÁNDEZ LEIVA ERICK D" userId="S::e.hernndezleiva@uandresbello.edu::9c5b8259-4361-4a22-8228-673ea94f99ad" providerId="AD" clId="Web-{00000000-0000-0000-0000-000000000000}"/>
    <pc:docChg chg="mod addSld delSld modSld sldOrd">
      <pc:chgData name="HERNÁNDEZ LEIVA ERICK D" userId="S::e.hernndezleiva@uandresbello.edu::9c5b8259-4361-4a22-8228-673ea94f99ad" providerId="AD" clId="Web-{00000000-0000-0000-0000-000000000000}" dt="2026-10-03T19:05:54.413" v="1725" actId="1076"/>
      <pc:docMkLst>
        <pc:docMk/>
      </pc:docMkLst>
      <pc:sldChg chg="delSp modSp">
        <pc:chgData name="HERNÁNDEZ LEIVA ERICK D" userId="S::e.hernndezleiva@uandresbello.edu::9c5b8259-4361-4a22-8228-673ea94f99ad" providerId="AD" clId="Web-{00000000-0000-0000-0000-000000000000}" dt="2026-09-15T21:37:40.001" v="189" actId="14100"/>
        <pc:sldMkLst>
          <pc:docMk/>
          <pc:sldMk cId="1833661433" sldId="261"/>
        </pc:sldMkLst>
        <pc:spChg chg="mod">
          <ac:chgData name="HERNÁNDEZ LEIVA ERICK D" userId="S::e.hernndezleiva@uandresbello.edu::9c5b8259-4361-4a22-8228-673ea94f99ad" providerId="AD" clId="Web-{00000000-0000-0000-0000-000000000000}" dt="2026-09-15T21:37:00.454" v="185" actId="1076"/>
          <ac:spMkLst>
            <pc:docMk/>
            <pc:sldMk cId="1833661433" sldId="261"/>
            <ac:spMk id="3" creationId="{745FC54E-4115-07CB-0C43-C7EB1AEE98C3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1:25:09.105" v="59" actId="1076"/>
          <ac:spMkLst>
            <pc:docMk/>
            <pc:sldMk cId="1833661433" sldId="261"/>
            <ac:spMk id="11" creationId="{00000000-0000-0000-0000-000000000000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1:36:39.985" v="184" actId="1076"/>
          <ac:spMkLst>
            <pc:docMk/>
            <pc:sldMk cId="1833661433" sldId="261"/>
            <ac:spMk id="26" creationId="{D69350FE-9C5B-4E3D-71DA-F9184B6B6BAD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1:36:37.375" v="183" actId="1076"/>
          <ac:spMkLst>
            <pc:docMk/>
            <pc:sldMk cId="1833661433" sldId="261"/>
            <ac:spMk id="27" creationId="{9F1D308F-AB0C-FF15-2C97-45526BBDCFC7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1:36:14.500" v="176" actId="1076"/>
          <ac:spMkLst>
            <pc:docMk/>
            <pc:sldMk cId="1833661433" sldId="261"/>
            <ac:spMk id="29" creationId="{88EBE542-B775-5274-DF70-42BFB85EDB1D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1:36:18.313" v="177" actId="1076"/>
          <ac:spMkLst>
            <pc:docMk/>
            <pc:sldMk cId="1833661433" sldId="261"/>
            <ac:spMk id="30" creationId="{DD7A9944-0BF9-9418-074B-50A64F808A65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1:36:29.422" v="182" actId="1076"/>
          <ac:spMkLst>
            <pc:docMk/>
            <pc:sldMk cId="1833661433" sldId="261"/>
            <ac:spMk id="31" creationId="{7A7A2E5E-4A91-298E-2FCC-677BDD1CDDD2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1:36:09.719" v="175" actId="1076"/>
          <ac:spMkLst>
            <pc:docMk/>
            <pc:sldMk cId="1833661433" sldId="261"/>
            <ac:spMk id="32" creationId="{6695BF79-E67A-A546-889D-A6D4CC035249}"/>
          </ac:spMkLst>
        </pc:spChg>
        <pc:picChg chg="mod">
          <ac:chgData name="HERNÁNDEZ LEIVA ERICK D" userId="S::e.hernndezleiva@uandresbello.edu::9c5b8259-4361-4a22-8228-673ea94f99ad" providerId="AD" clId="Web-{00000000-0000-0000-0000-000000000000}" dt="2026-09-15T21:35:42.938" v="171" actId="14100"/>
          <ac:picMkLst>
            <pc:docMk/>
            <pc:sldMk cId="1833661433" sldId="261"/>
            <ac:picMk id="15" creationId="{00000000-0000-0000-0000-000000000000}"/>
          </ac:picMkLst>
        </pc:picChg>
        <pc:picChg chg="mod">
          <ac:chgData name="HERNÁNDEZ LEIVA ERICK D" userId="S::e.hernndezleiva@uandresbello.edu::9c5b8259-4361-4a22-8228-673ea94f99ad" providerId="AD" clId="Web-{00000000-0000-0000-0000-000000000000}" dt="2026-09-15T21:36:24.750" v="181" actId="1076"/>
          <ac:picMkLst>
            <pc:docMk/>
            <pc:sldMk cId="1833661433" sldId="261"/>
            <ac:picMk id="16" creationId="{00000000-0000-0000-0000-000000000000}"/>
          </ac:picMkLst>
        </pc:picChg>
        <pc:cxnChg chg="mod">
          <ac:chgData name="HERNÁNDEZ LEIVA ERICK D" userId="S::e.hernndezleiva@uandresbello.edu::9c5b8259-4361-4a22-8228-673ea94f99ad" providerId="AD" clId="Web-{00000000-0000-0000-0000-000000000000}" dt="2026-09-15T21:37:40.001" v="189" actId="14100"/>
          <ac:cxnSpMkLst>
            <pc:docMk/>
            <pc:sldMk cId="1833661433" sldId="261"/>
            <ac:cxnSpMk id="6" creationId="{00000000-0000-0000-0000-000000000000}"/>
          </ac:cxnSpMkLst>
        </pc:cxnChg>
      </pc:sldChg>
      <pc:sldChg chg="modSp">
        <pc:chgData name="HERNÁNDEZ LEIVA ERICK D" userId="S::e.hernndezleiva@uandresbello.edu::9c5b8259-4361-4a22-8228-673ea94f99ad" providerId="AD" clId="Web-{00000000-0000-0000-0000-000000000000}" dt="2026-09-15T23:32:40.798" v="1685"/>
        <pc:sldMkLst>
          <pc:docMk/>
          <pc:sldMk cId="28928170" sldId="288"/>
        </pc:sldMkLst>
        <pc:spChg chg="mod">
          <ac:chgData name="HERNÁNDEZ LEIVA ERICK D" userId="S::e.hernndezleiva@uandresbello.edu::9c5b8259-4361-4a22-8228-673ea94f99ad" providerId="AD" clId="Web-{00000000-0000-0000-0000-000000000000}" dt="2026-09-15T22:13:37.453" v="617"/>
          <ac:spMkLst>
            <pc:docMk/>
            <pc:sldMk cId="28928170" sldId="288"/>
            <ac:spMk id="57" creationId="{0ADE80ED-2811-C6C5-7D9C-DA40FC31160F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2:15:23.141" v="634" actId="20577"/>
          <ac:spMkLst>
            <pc:docMk/>
            <pc:sldMk cId="28928170" sldId="288"/>
            <ac:spMk id="59" creationId="{4BDA66B7-1006-C330-2CF5-C128B77D72A2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2:15:59.923" v="646" actId="20577"/>
          <ac:spMkLst>
            <pc:docMk/>
            <pc:sldMk cId="28928170" sldId="288"/>
            <ac:spMk id="60" creationId="{F2770746-4CBE-E796-85E0-0A2B557D3E77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2:13:34.594" v="616"/>
          <ac:spMkLst>
            <pc:docMk/>
            <pc:sldMk cId="28928170" sldId="288"/>
            <ac:spMk id="62" creationId="{A81E468F-0890-4216-BC46-CC8955654B33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2:16:31.783" v="652"/>
          <ac:spMkLst>
            <pc:docMk/>
            <pc:sldMk cId="28928170" sldId="288"/>
            <ac:spMk id="63" creationId="{B2753B8F-8A35-5415-26B2-81666A4E4D59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2:15:26.407" v="635" actId="20577"/>
          <ac:spMkLst>
            <pc:docMk/>
            <pc:sldMk cId="28928170" sldId="288"/>
            <ac:spMk id="64" creationId="{42F42FEA-06CF-ECDB-163E-DB88BA44EFDB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2:16:02.579" v="647" actId="20577"/>
          <ac:spMkLst>
            <pc:docMk/>
            <pc:sldMk cId="28928170" sldId="288"/>
            <ac:spMk id="65" creationId="{CB5D9AF8-1CB2-D442-DCF4-00055D5EEA4E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2:14:23.063" v="627" actId="1076"/>
          <ac:spMkLst>
            <pc:docMk/>
            <pc:sldMk cId="28928170" sldId="288"/>
            <ac:spMk id="67" creationId="{8379324E-E598-DE08-331D-588281C8F2AE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2:15:29.235" v="636" actId="20577"/>
          <ac:spMkLst>
            <pc:docMk/>
            <pc:sldMk cId="28928170" sldId="288"/>
            <ac:spMk id="69" creationId="{554A5A1F-C900-146A-2ACC-257740356354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2:16:05.704" v="648" actId="20577"/>
          <ac:spMkLst>
            <pc:docMk/>
            <pc:sldMk cId="28928170" sldId="288"/>
            <ac:spMk id="70" creationId="{8AE8FE2A-F22E-EDB2-E711-3763BD1F8519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1:38:15.892" v="209" actId="20577"/>
          <ac:spMkLst>
            <pc:docMk/>
            <pc:sldMk cId="28928170" sldId="288"/>
            <ac:spMk id="71" creationId="{FA56BFC8-089E-6650-67D9-0BCB11959B5B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2:13:45.750" v="621"/>
          <ac:spMkLst>
            <pc:docMk/>
            <pc:sldMk cId="28928170" sldId="288"/>
            <ac:spMk id="72" creationId="{365B1149-AB5B-FD95-6A4D-9034369E40D0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2:15:32.673" v="637" actId="20577"/>
          <ac:spMkLst>
            <pc:docMk/>
            <pc:sldMk cId="28928170" sldId="288"/>
            <ac:spMk id="74" creationId="{ABCF6C10-6B03-554D-DA8F-41DD641E3F2E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2:16:08.735" v="649" actId="20577"/>
          <ac:spMkLst>
            <pc:docMk/>
            <pc:sldMk cId="28928170" sldId="288"/>
            <ac:spMk id="75" creationId="{79CFEABC-8260-862B-E8C7-B60AFF4D3D20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1:38:32.033" v="215" actId="20577"/>
          <ac:spMkLst>
            <pc:docMk/>
            <pc:sldMk cId="28928170" sldId="288"/>
            <ac:spMk id="76" creationId="{4EFA1060-C255-2178-0B62-C67BDD05F0B7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2:14:24.063" v="628"/>
          <ac:spMkLst>
            <pc:docMk/>
            <pc:sldMk cId="28928170" sldId="288"/>
            <ac:spMk id="77" creationId="{B19A033C-9DC4-184C-1266-044233315E6C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2:15:34.454" v="638" actId="20577"/>
          <ac:spMkLst>
            <pc:docMk/>
            <pc:sldMk cId="28928170" sldId="288"/>
            <ac:spMk id="79" creationId="{AB03F39E-997D-D5DC-1118-753CB8481EF5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2:16:11.267" v="650" actId="20577"/>
          <ac:spMkLst>
            <pc:docMk/>
            <pc:sldMk cId="28928170" sldId="288"/>
            <ac:spMk id="80" creationId="{AC816469-FCF6-0119-6CC3-DC3F489E7C3D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2:13:39.672" v="618"/>
          <ac:spMkLst>
            <pc:docMk/>
            <pc:sldMk cId="28928170" sldId="288"/>
            <ac:spMk id="82" creationId="{E4AF5727-B336-DC87-9085-F5957A686167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2:15:39.657" v="639" actId="20577"/>
          <ac:spMkLst>
            <pc:docMk/>
            <pc:sldMk cId="28928170" sldId="288"/>
            <ac:spMk id="84" creationId="{F1F8DC16-DC96-4C68-9A11-A49A1535AD77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2:15:56.345" v="645" actId="20577"/>
          <ac:spMkLst>
            <pc:docMk/>
            <pc:sldMk cId="28928170" sldId="288"/>
            <ac:spMk id="85" creationId="{C36183A6-28DC-40F3-8F54-142FB9E883BA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2:13:41.438" v="619"/>
          <ac:spMkLst>
            <pc:docMk/>
            <pc:sldMk cId="28928170" sldId="288"/>
            <ac:spMk id="87" creationId="{2F80F287-8C5B-348D-EB35-B877A7135ED7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2:15:43.204" v="641" actId="20577"/>
          <ac:spMkLst>
            <pc:docMk/>
            <pc:sldMk cId="28928170" sldId="288"/>
            <ac:spMk id="89" creationId="{55D8EDD8-2F74-7CA2-C594-2857375D2156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2:16:14.345" v="651" actId="20577"/>
          <ac:spMkLst>
            <pc:docMk/>
            <pc:sldMk cId="28928170" sldId="288"/>
            <ac:spMk id="90" creationId="{A494C08A-71DA-225D-21B0-2E00F3967474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2:13:43.406" v="620"/>
          <ac:spMkLst>
            <pc:docMk/>
            <pc:sldMk cId="28928170" sldId="288"/>
            <ac:spMk id="92" creationId="{57D6F0FD-B547-D18E-2D81-DA4F2A7D7F54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2:15:44.110" v="642" actId="20577"/>
          <ac:spMkLst>
            <pc:docMk/>
            <pc:sldMk cId="28928170" sldId="288"/>
            <ac:spMk id="94" creationId="{20C24669-896A-EEA8-917E-FD7E3384C180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2:16:47.908" v="653" actId="20577"/>
          <ac:spMkLst>
            <pc:docMk/>
            <pc:sldMk cId="28928170" sldId="288"/>
            <ac:spMk id="95" creationId="{F71C6406-7F28-DD39-2E7E-6ADF083176C7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2:13:50.688" v="623"/>
          <ac:spMkLst>
            <pc:docMk/>
            <pc:sldMk cId="28928170" sldId="288"/>
            <ac:spMk id="97" creationId="{EC0866D9-52D5-0F10-D5DA-08211B738015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2:15:46.985" v="643" actId="20577"/>
          <ac:spMkLst>
            <pc:docMk/>
            <pc:sldMk cId="28928170" sldId="288"/>
            <ac:spMk id="99" creationId="{D0C7E06E-1B11-0B33-3C18-3FD72B388E23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2:16:49.955" v="654" actId="20577"/>
          <ac:spMkLst>
            <pc:docMk/>
            <pc:sldMk cId="28928170" sldId="288"/>
            <ac:spMk id="100" creationId="{4E5C9E9C-25C7-A050-5EC0-5E81D14F53CA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2:13:51.578" v="624"/>
          <ac:spMkLst>
            <pc:docMk/>
            <pc:sldMk cId="28928170" sldId="288"/>
            <ac:spMk id="102" creationId="{EDC690BB-631B-B576-E8D7-F4620330C6BC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2:15:49.563" v="644" actId="20577"/>
          <ac:spMkLst>
            <pc:docMk/>
            <pc:sldMk cId="28928170" sldId="288"/>
            <ac:spMk id="104" creationId="{740FBD42-BB98-F58B-1BCD-D18AC6C2A7F1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2:16:52.189" v="655" actId="20577"/>
          <ac:spMkLst>
            <pc:docMk/>
            <pc:sldMk cId="28928170" sldId="288"/>
            <ac:spMk id="105" creationId="{77DD86DF-C5D5-2635-D01E-DEE2A61FEE4E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2:33:33.993" v="834" actId="20577"/>
          <ac:spMkLst>
            <pc:docMk/>
            <pc:sldMk cId="28928170" sldId="288"/>
            <ac:spMk id="109" creationId="{7DFFB93A-A72A-DC90-5E11-1C0E0E0C3726}"/>
          </ac:spMkLst>
        </pc:spChg>
        <pc:picChg chg="mod">
          <ac:chgData name="HERNÁNDEZ LEIVA ERICK D" userId="S::e.hernndezleiva@uandresbello.edu::9c5b8259-4361-4a22-8228-673ea94f99ad" providerId="AD" clId="Web-{00000000-0000-0000-0000-000000000000}" dt="2026-09-15T23:32:40.798" v="1685"/>
          <ac:picMkLst>
            <pc:docMk/>
            <pc:sldMk cId="28928170" sldId="288"/>
            <ac:picMk id="2" creationId="{00000000-0000-0000-0000-000000000000}"/>
          </ac:picMkLst>
        </pc:picChg>
      </pc:sldChg>
      <pc:sldChg chg="addSp modSp">
        <pc:chgData name="HERNÁNDEZ LEIVA ERICK D" userId="S::e.hernndezleiva@uandresbello.edu::9c5b8259-4361-4a22-8228-673ea94f99ad" providerId="AD" clId="Web-{00000000-0000-0000-0000-000000000000}" dt="2026-09-15T22:33:22.774" v="833" actId="20577"/>
        <pc:sldMkLst>
          <pc:docMk/>
          <pc:sldMk cId="3013883602" sldId="289"/>
        </pc:sldMkLst>
        <pc:spChg chg="mod">
          <ac:chgData name="HERNÁNDEZ LEIVA ERICK D" userId="S::e.hernndezleiva@uandresbello.edu::9c5b8259-4361-4a22-8228-673ea94f99ad" providerId="AD" clId="Web-{00000000-0000-0000-0000-000000000000}" dt="2026-09-15T22:33:16.181" v="831" actId="20577"/>
          <ac:spMkLst>
            <pc:docMk/>
            <pc:sldMk cId="3013883602" sldId="289"/>
            <ac:spMk id="3" creationId="{305AD45B-92C2-144D-403F-AA8FDE23055E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2:33:22.774" v="833" actId="20577"/>
          <ac:spMkLst>
            <pc:docMk/>
            <pc:sldMk cId="3013883602" sldId="289"/>
            <ac:spMk id="4" creationId="{BC34DECA-3AE8-7FF9-B251-62E2B5A1F6C7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2:33:19.149" v="832" actId="20577"/>
          <ac:spMkLst>
            <pc:docMk/>
            <pc:sldMk cId="3013883602" sldId="289"/>
            <ac:spMk id="5" creationId="{03E50251-D86A-BE06-5FC5-572400EFE425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1:52:26.241" v="433"/>
          <ac:spMkLst>
            <pc:docMk/>
            <pc:sldMk cId="3013883602" sldId="289"/>
            <ac:spMk id="13" creationId="{AA919BAA-9D95-D711-248F-750F957049C0}"/>
          </ac:spMkLst>
        </pc:spChg>
      </pc:sldChg>
      <pc:sldChg chg="addSp delSp modSp">
        <pc:chgData name="HERNÁNDEZ LEIVA ERICK D" userId="S::e.hernndezleiva@uandresbello.edu::9c5b8259-4361-4a22-8228-673ea94f99ad" providerId="AD" clId="Web-{00000000-0000-0000-0000-000000000000}" dt="2026-09-15T22:33:11.509" v="830" actId="20577"/>
        <pc:sldMkLst>
          <pc:docMk/>
          <pc:sldMk cId="1976574588" sldId="290"/>
        </pc:sldMkLst>
        <pc:spChg chg="add mod">
          <ac:chgData name="HERNÁNDEZ LEIVA ERICK D" userId="S::e.hernndezleiva@uandresbello.edu::9c5b8259-4361-4a22-8228-673ea94f99ad" providerId="AD" clId="Web-{00000000-0000-0000-0000-000000000000}" dt="2026-09-15T22:33:06.556" v="829" actId="20577"/>
          <ac:spMkLst>
            <pc:docMk/>
            <pc:sldMk cId="1976574588" sldId="290"/>
            <ac:spMk id="3" creationId="{FB8A63D7-7AFC-E020-9206-387AF3F45B3E}"/>
          </ac:spMkLst>
        </pc:spChg>
        <pc:spChg chg="add mod">
          <ac:chgData name="HERNÁNDEZ LEIVA ERICK D" userId="S::e.hernndezleiva@uandresbello.edu::9c5b8259-4361-4a22-8228-673ea94f99ad" providerId="AD" clId="Web-{00000000-0000-0000-0000-000000000000}" dt="2026-09-15T22:33:11.509" v="830" actId="20577"/>
          <ac:spMkLst>
            <pc:docMk/>
            <pc:sldMk cId="1976574588" sldId="290"/>
            <ac:spMk id="4" creationId="{32031B55-3DAC-DC53-0BA3-C29EFC8173A0}"/>
          </ac:spMkLst>
        </pc:spChg>
        <pc:spChg chg="add mod">
          <ac:chgData name="HERNÁNDEZ LEIVA ERICK D" userId="S::e.hernndezleiva@uandresbello.edu::9c5b8259-4361-4a22-8228-673ea94f99ad" providerId="AD" clId="Web-{00000000-0000-0000-0000-000000000000}" dt="2026-09-15T21:51:23.241" v="432"/>
          <ac:spMkLst>
            <pc:docMk/>
            <pc:sldMk cId="1976574588" sldId="290"/>
            <ac:spMk id="6" creationId="{71F65EB3-7AE1-6C54-3A32-F7416464CCFC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1:52:37.195" v="434"/>
          <ac:spMkLst>
            <pc:docMk/>
            <pc:sldMk cId="1976574588" sldId="290"/>
            <ac:spMk id="11" creationId="{6692D8D9-ED31-CB8B-C8EB-82F063C24414}"/>
          </ac:spMkLst>
        </pc:spChg>
        <pc:spChg chg="add mod">
          <ac:chgData name="HERNÁNDEZ LEIVA ERICK D" userId="S::e.hernndezleiva@uandresbello.edu::9c5b8259-4361-4a22-8228-673ea94f99ad" providerId="AD" clId="Web-{00000000-0000-0000-0000-000000000000}" dt="2026-09-15T21:52:39.445" v="435"/>
          <ac:spMkLst>
            <pc:docMk/>
            <pc:sldMk cId="1976574588" sldId="290"/>
            <ac:spMk id="13" creationId="{E931FE48-5B78-F105-457B-3E2A96FC411E}"/>
          </ac:spMkLst>
        </pc:spChg>
        <pc:spChg chg="add">
          <ac:chgData name="HERNÁNDEZ LEIVA ERICK D" userId="S::e.hernndezleiva@uandresbello.edu::9c5b8259-4361-4a22-8228-673ea94f99ad" providerId="AD" clId="Web-{00000000-0000-0000-0000-000000000000}" dt="2026-09-15T21:50:22.584" v="426"/>
          <ac:spMkLst>
            <pc:docMk/>
            <pc:sldMk cId="1976574588" sldId="290"/>
            <ac:spMk id="14" creationId="{C31C8717-C528-3245-86E0-0C5DEEECC418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1:52:40.820" v="436"/>
          <ac:spMkLst>
            <pc:docMk/>
            <pc:sldMk cId="1976574588" sldId="290"/>
            <ac:spMk id="15" creationId="{5BE66BBE-659A-34B3-067E-E2E67AE78071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1:49:29.021" v="418" actId="20577"/>
          <ac:spMkLst>
            <pc:docMk/>
            <pc:sldMk cId="1976574588" sldId="290"/>
            <ac:spMk id="17" creationId="{00000000-0000-0000-0000-000000000000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1:52:42.273" v="437"/>
          <ac:spMkLst>
            <pc:docMk/>
            <pc:sldMk cId="1976574588" sldId="290"/>
            <ac:spMk id="23" creationId="{FA728560-EF5F-147F-8112-C02A7509278E}"/>
          </ac:spMkLst>
        </pc:spChg>
        <pc:spChg chg="add mod">
          <ac:chgData name="HERNÁNDEZ LEIVA ERICK D" userId="S::e.hernndezleiva@uandresbello.edu::9c5b8259-4361-4a22-8228-673ea94f99ad" providerId="AD" clId="Web-{00000000-0000-0000-0000-000000000000}" dt="2026-09-15T21:52:43.695" v="438"/>
          <ac:spMkLst>
            <pc:docMk/>
            <pc:sldMk cId="1976574588" sldId="290"/>
            <ac:spMk id="25" creationId="{D0C636BE-03C6-1FB2-8CC1-B79AAA35FC5F}"/>
          </ac:spMkLst>
        </pc:spChg>
        <pc:spChg chg="add mod">
          <ac:chgData name="HERNÁNDEZ LEIVA ERICK D" userId="S::e.hernndezleiva@uandresbello.edu::9c5b8259-4361-4a22-8228-673ea94f99ad" providerId="AD" clId="Web-{00000000-0000-0000-0000-000000000000}" dt="2026-09-15T21:52:45.257" v="439"/>
          <ac:spMkLst>
            <pc:docMk/>
            <pc:sldMk cId="1976574588" sldId="290"/>
            <ac:spMk id="27" creationId="{2D694CC7-A115-76EB-FA49-C4779557B786}"/>
          </ac:spMkLst>
        </pc:spChg>
        <pc:spChg chg="add">
          <ac:chgData name="HERNÁNDEZ LEIVA ERICK D" userId="S::e.hernndezleiva@uandresbello.edu::9c5b8259-4361-4a22-8228-673ea94f99ad" providerId="AD" clId="Web-{00000000-0000-0000-0000-000000000000}" dt="2026-09-15T21:50:22.584" v="426"/>
          <ac:spMkLst>
            <pc:docMk/>
            <pc:sldMk cId="1976574588" sldId="290"/>
            <ac:spMk id="28" creationId="{B4584D09-7C02-22A2-9735-4C37057B64FB}"/>
          </ac:spMkLst>
        </pc:spChg>
        <pc:spChg chg="add">
          <ac:chgData name="HERNÁNDEZ LEIVA ERICK D" userId="S::e.hernndezleiva@uandresbello.edu::9c5b8259-4361-4a22-8228-673ea94f99ad" providerId="AD" clId="Web-{00000000-0000-0000-0000-000000000000}" dt="2026-09-15T21:50:22.584" v="426"/>
          <ac:spMkLst>
            <pc:docMk/>
            <pc:sldMk cId="1976574588" sldId="290"/>
            <ac:spMk id="31" creationId="{28F52EE4-5063-A73D-C0CC-0B2B0128B5E9}"/>
          </ac:spMkLst>
        </pc:spChg>
        <pc:spChg chg="add">
          <ac:chgData name="HERNÁNDEZ LEIVA ERICK D" userId="S::e.hernndezleiva@uandresbello.edu::9c5b8259-4361-4a22-8228-673ea94f99ad" providerId="AD" clId="Web-{00000000-0000-0000-0000-000000000000}" dt="2026-09-15T21:50:22.584" v="426"/>
          <ac:spMkLst>
            <pc:docMk/>
            <pc:sldMk cId="1976574588" sldId="290"/>
            <ac:spMk id="32" creationId="{8E0D2F36-D266-7DA2-DCC7-537EA64EBF3F}"/>
          </ac:spMkLst>
        </pc:spChg>
        <pc:spChg chg="add mod">
          <ac:chgData name="HERNÁNDEZ LEIVA ERICK D" userId="S::e.hernndezleiva@uandresbello.edu::9c5b8259-4361-4a22-8228-673ea94f99ad" providerId="AD" clId="Web-{00000000-0000-0000-0000-000000000000}" dt="2026-09-15T21:52:47.132" v="440"/>
          <ac:spMkLst>
            <pc:docMk/>
            <pc:sldMk cId="1976574588" sldId="290"/>
            <ac:spMk id="34" creationId="{C73C8292-CC2E-0CCC-F777-D248FAB3EA21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1:52:49.257" v="441"/>
          <ac:spMkLst>
            <pc:docMk/>
            <pc:sldMk cId="1976574588" sldId="290"/>
            <ac:spMk id="36" creationId="{CE42C565-BAE3-BD45-B373-94837480EE99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1:52:51.148" v="442"/>
          <ac:spMkLst>
            <pc:docMk/>
            <pc:sldMk cId="1976574588" sldId="290"/>
            <ac:spMk id="38" creationId="{E20040C6-0062-80B6-BA38-F7233B5BACC0}"/>
          </ac:spMkLst>
        </pc:spChg>
      </pc:sldChg>
      <pc:sldChg chg="addSp modSp">
        <pc:chgData name="HERNÁNDEZ LEIVA ERICK D" userId="S::e.hernndezleiva@uandresbello.edu::9c5b8259-4361-4a22-8228-673ea94f99ad" providerId="AD" clId="Web-{00000000-0000-0000-0000-000000000000}" dt="2026-09-15T22:33:01.134" v="828" actId="20577"/>
        <pc:sldMkLst>
          <pc:docMk/>
          <pc:sldMk cId="2050308569" sldId="291"/>
        </pc:sldMkLst>
        <pc:spChg chg="add mod">
          <ac:chgData name="HERNÁNDEZ LEIVA ERICK D" userId="S::e.hernndezleiva@uandresbello.edu::9c5b8259-4361-4a22-8228-673ea94f99ad" providerId="AD" clId="Web-{00000000-0000-0000-0000-000000000000}" dt="2026-09-15T22:33:01.134" v="828" actId="20577"/>
          <ac:spMkLst>
            <pc:docMk/>
            <pc:sldMk cId="2050308569" sldId="291"/>
            <ac:spMk id="3" creationId="{1BA57C9B-BFFE-A551-05D0-E52C9E91325D}"/>
          </ac:spMkLst>
        </pc:spChg>
        <pc:spChg chg="add mod">
          <ac:chgData name="HERNÁNDEZ LEIVA ERICK D" userId="S::e.hernndezleiva@uandresbello.edu::9c5b8259-4361-4a22-8228-673ea94f99ad" providerId="AD" clId="Web-{00000000-0000-0000-0000-000000000000}" dt="2026-09-15T22:31:41.883" v="827"/>
          <ac:spMkLst>
            <pc:docMk/>
            <pc:sldMk cId="2050308569" sldId="291"/>
            <ac:spMk id="4" creationId="{EB5CA923-6249-6FDE-3F64-9874A03486FE}"/>
          </ac:spMkLst>
        </pc:spChg>
        <pc:spChg chg="add">
          <ac:chgData name="HERNÁNDEZ LEIVA ERICK D" userId="S::e.hernndezleiva@uandresbello.edu::9c5b8259-4361-4a22-8228-673ea94f99ad" providerId="AD" clId="Web-{00000000-0000-0000-0000-000000000000}" dt="2026-09-15T21:57:21.884" v="467"/>
          <ac:spMkLst>
            <pc:docMk/>
            <pc:sldMk cId="2050308569" sldId="291"/>
            <ac:spMk id="5" creationId="{5C5799ED-9E45-4D82-99EE-CD480DBBE211}"/>
          </ac:spMkLst>
        </pc:spChg>
        <pc:spChg chg="add">
          <ac:chgData name="HERNÁNDEZ LEIVA ERICK D" userId="S::e.hernndezleiva@uandresbello.edu::9c5b8259-4361-4a22-8228-673ea94f99ad" providerId="AD" clId="Web-{00000000-0000-0000-0000-000000000000}" dt="2026-09-15T21:57:21.884" v="467"/>
          <ac:spMkLst>
            <pc:docMk/>
            <pc:sldMk cId="2050308569" sldId="291"/>
            <ac:spMk id="6" creationId="{E562B313-06A0-C883-ED9D-0F83EA049F27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1:59:33.432" v="515" actId="20577"/>
          <ac:spMkLst>
            <pc:docMk/>
            <pc:sldMk cId="2050308569" sldId="291"/>
            <ac:spMk id="9" creationId="{A9C9FDF3-4DF1-C964-DF0B-AA73302D3AB3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1:57:23.775" v="468" actId="20577"/>
          <ac:spMkLst>
            <pc:docMk/>
            <pc:sldMk cId="2050308569" sldId="291"/>
            <ac:spMk id="17" creationId="{00000000-0000-0000-0000-000000000000}"/>
          </ac:spMkLst>
        </pc:spChg>
        <pc:spChg chg="add">
          <ac:chgData name="HERNÁNDEZ LEIVA ERICK D" userId="S::e.hernndezleiva@uandresbello.edu::9c5b8259-4361-4a22-8228-673ea94f99ad" providerId="AD" clId="Web-{00000000-0000-0000-0000-000000000000}" dt="2026-09-15T21:57:21.884" v="467"/>
          <ac:spMkLst>
            <pc:docMk/>
            <pc:sldMk cId="2050308569" sldId="291"/>
            <ac:spMk id="22" creationId="{FF94D519-40EF-17BE-3699-AF2132FD2618}"/>
          </ac:spMkLst>
        </pc:spChg>
      </pc:sldChg>
      <pc:sldChg chg="addSp modSp">
        <pc:chgData name="HERNÁNDEZ LEIVA ERICK D" userId="S::e.hernndezleiva@uandresbello.edu::9c5b8259-4361-4a22-8228-673ea94f99ad" providerId="AD" clId="Web-{00000000-0000-0000-0000-000000000000}" dt="2026-09-15T22:17:38.830" v="661"/>
        <pc:sldMkLst>
          <pc:docMk/>
          <pc:sldMk cId="4057004946" sldId="292"/>
        </pc:sldMkLst>
        <pc:spChg chg="mod">
          <ac:chgData name="HERNÁNDEZ LEIVA ERICK D" userId="S::e.hernndezleiva@uandresbello.edu::9c5b8259-4361-4a22-8228-673ea94f99ad" providerId="AD" clId="Web-{00000000-0000-0000-0000-000000000000}" dt="2026-09-15T22:12:58.656" v="610" actId="20577"/>
          <ac:spMkLst>
            <pc:docMk/>
            <pc:sldMk cId="4057004946" sldId="292"/>
            <ac:spMk id="17" creationId="{00000000-0000-0000-0000-000000000000}"/>
          </ac:spMkLst>
        </pc:spChg>
      </pc:sldChg>
      <pc:sldChg chg="addSp delSp modSp">
        <pc:chgData name="HERNÁNDEZ LEIVA ERICK D" userId="S::e.hernndezleiva@uandresbello.edu::9c5b8259-4361-4a22-8228-673ea94f99ad" providerId="AD" clId="Web-{00000000-0000-0000-0000-000000000000}" dt="2026-09-15T22:33:56.087" v="838" actId="20577"/>
        <pc:sldMkLst>
          <pc:docMk/>
          <pc:sldMk cId="189081242" sldId="293"/>
        </pc:sldMkLst>
        <pc:spChg chg="mod">
          <ac:chgData name="HERNÁNDEZ LEIVA ERICK D" userId="S::e.hernndezleiva@uandresbello.edu::9c5b8259-4361-4a22-8228-673ea94f99ad" providerId="AD" clId="Web-{00000000-0000-0000-0000-000000000000}" dt="2026-09-15T22:33:42.009" v="835" actId="20577"/>
          <ac:spMkLst>
            <pc:docMk/>
            <pc:sldMk cId="189081242" sldId="293"/>
            <ac:spMk id="3" creationId="{F6D827CD-81F0-4F5F-3BCC-0268A2A1F2CE}"/>
          </ac:spMkLst>
        </pc:spChg>
        <pc:spChg chg="add">
          <ac:chgData name="HERNÁNDEZ LEIVA ERICK D" userId="S::e.hernndezleiva@uandresbello.edu::9c5b8259-4361-4a22-8228-673ea94f99ad" providerId="AD" clId="Web-{00000000-0000-0000-0000-000000000000}" dt="2026-09-15T22:21:33.441" v="694"/>
          <ac:spMkLst>
            <pc:docMk/>
            <pc:sldMk cId="189081242" sldId="293"/>
            <ac:spMk id="4" creationId="{77974567-B743-96BE-A3A9-B7B4753CF9C9}"/>
          </ac:spMkLst>
        </pc:spChg>
        <pc:spChg chg="add mod">
          <ac:chgData name="HERNÁNDEZ LEIVA ERICK D" userId="S::e.hernndezleiva@uandresbello.edu::9c5b8259-4361-4a22-8228-673ea94f99ad" providerId="AD" clId="Web-{00000000-0000-0000-0000-000000000000}" dt="2026-09-15T22:22:00.097" v="700"/>
          <ac:spMkLst>
            <pc:docMk/>
            <pc:sldMk cId="189081242" sldId="293"/>
            <ac:spMk id="5" creationId="{BD764CEF-068F-300A-0DC2-F94C4C332129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2:24:03.989" v="733"/>
          <ac:spMkLst>
            <pc:docMk/>
            <pc:sldMk cId="189081242" sldId="293"/>
            <ac:spMk id="8" creationId="{95516BD4-1320-838F-E642-C1817C06AC98}"/>
          </ac:spMkLst>
        </pc:spChg>
        <pc:spChg chg="add mod">
          <ac:chgData name="HERNÁNDEZ LEIVA ERICK D" userId="S::e.hernndezleiva@uandresbello.edu::9c5b8259-4361-4a22-8228-673ea94f99ad" providerId="AD" clId="Web-{00000000-0000-0000-0000-000000000000}" dt="2026-09-15T22:21:55.050" v="697" actId="1076"/>
          <ac:spMkLst>
            <pc:docMk/>
            <pc:sldMk cId="189081242" sldId="293"/>
            <ac:spMk id="9" creationId="{00412AB1-92D6-DBFB-A534-83E1E445CC29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2:25:33.630" v="742" actId="20577"/>
          <ac:spMkLst>
            <pc:docMk/>
            <pc:sldMk cId="189081242" sldId="293"/>
            <ac:spMk id="10" creationId="{DC2D50ED-A1B3-0FA6-265B-5738BE33FC9F}"/>
          </ac:spMkLst>
        </pc:spChg>
        <pc:spChg chg="add">
          <ac:chgData name="HERNÁNDEZ LEIVA ERICK D" userId="S::e.hernndezleiva@uandresbello.edu::9c5b8259-4361-4a22-8228-673ea94f99ad" providerId="AD" clId="Web-{00000000-0000-0000-0000-000000000000}" dt="2026-09-15T22:21:33.441" v="694"/>
          <ac:spMkLst>
            <pc:docMk/>
            <pc:sldMk cId="189081242" sldId="293"/>
            <ac:spMk id="12" creationId="{395A8DFF-A27A-CD7A-2898-6F541D32D5FC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2:23:59.629" v="731"/>
          <ac:spMkLst>
            <pc:docMk/>
            <pc:sldMk cId="189081242" sldId="293"/>
            <ac:spMk id="14" creationId="{E78B4936-8264-1A12-A44B-BD98E4469E45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2:24:01.707" v="732"/>
          <ac:spMkLst>
            <pc:docMk/>
            <pc:sldMk cId="189081242" sldId="293"/>
            <ac:spMk id="16" creationId="{54530BF7-F5E8-13C1-2FBD-37F24DDA3230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2:21:31.691" v="693" actId="20577"/>
          <ac:spMkLst>
            <pc:docMk/>
            <pc:sldMk cId="189081242" sldId="293"/>
            <ac:spMk id="17" creationId="{00000000-0000-0000-0000-000000000000}"/>
          </ac:spMkLst>
        </pc:spChg>
        <pc:spChg chg="add mod">
          <ac:chgData name="HERNÁNDEZ LEIVA ERICK D" userId="S::e.hernndezleiva@uandresbello.edu::9c5b8259-4361-4a22-8228-673ea94f99ad" providerId="AD" clId="Web-{00000000-0000-0000-0000-000000000000}" dt="2026-09-15T22:25:36.458" v="743" actId="20577"/>
          <ac:spMkLst>
            <pc:docMk/>
            <pc:sldMk cId="189081242" sldId="293"/>
            <ac:spMk id="19" creationId="{57D405BA-F8BC-0C84-4B44-F6C86C0963D3}"/>
          </ac:spMkLst>
        </pc:spChg>
        <pc:spChg chg="add del">
          <ac:chgData name="HERNÁNDEZ LEIVA ERICK D" userId="S::e.hernndezleiva@uandresbello.edu::9c5b8259-4361-4a22-8228-673ea94f99ad" providerId="AD" clId="Web-{00000000-0000-0000-0000-000000000000}" dt="2026-09-15T22:23:26.317" v="710"/>
          <ac:spMkLst>
            <pc:docMk/>
            <pc:sldMk cId="189081242" sldId="293"/>
            <ac:spMk id="22" creationId="{9854689D-A219-2BDB-3B46-942EE187BD2B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2:23:55.520" v="729"/>
          <ac:spMkLst>
            <pc:docMk/>
            <pc:sldMk cId="189081242" sldId="293"/>
            <ac:spMk id="23" creationId="{55AEB2E6-94D6-7497-1CDD-E7B54476FC0A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2:23:40.864" v="719"/>
          <ac:spMkLst>
            <pc:docMk/>
            <pc:sldMk cId="189081242" sldId="293"/>
            <ac:spMk id="25" creationId="{8EE33742-12E6-C33B-694A-C00BF0ACDEC3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2:25:39.099" v="744" actId="20577"/>
          <ac:spMkLst>
            <pc:docMk/>
            <pc:sldMk cId="189081242" sldId="293"/>
            <ac:spMk id="27" creationId="{A76701E9-875D-2769-F89D-668F126A09E2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2:23:52.692" v="727"/>
          <ac:spMkLst>
            <pc:docMk/>
            <pc:sldMk cId="189081242" sldId="293"/>
            <ac:spMk id="31" creationId="{C55170A7-A972-48FF-7EC5-7AB57160326F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2:23:50.786" v="725"/>
          <ac:spMkLst>
            <pc:docMk/>
            <pc:sldMk cId="189081242" sldId="293"/>
            <ac:spMk id="33" creationId="{B1E05062-F784-E5CD-1910-8529E8028191}"/>
          </ac:spMkLst>
        </pc:spChg>
        <pc:spChg chg="add">
          <ac:chgData name="HERNÁNDEZ LEIVA ERICK D" userId="S::e.hernndezleiva@uandresbello.edu::9c5b8259-4361-4a22-8228-673ea94f99ad" providerId="AD" clId="Web-{00000000-0000-0000-0000-000000000000}" dt="2026-09-15T22:21:33.441" v="694"/>
          <ac:spMkLst>
            <pc:docMk/>
            <pc:sldMk cId="189081242" sldId="293"/>
            <ac:spMk id="34" creationId="{0C54004F-8391-DD33-5626-6532F4F6E28E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2:25:41.505" v="745" actId="20577"/>
          <ac:spMkLst>
            <pc:docMk/>
            <pc:sldMk cId="189081242" sldId="293"/>
            <ac:spMk id="35" creationId="{E38C294E-B047-198C-B8BB-3DD26BC693C4}"/>
          </ac:spMkLst>
        </pc:spChg>
        <pc:spChg chg="add">
          <ac:chgData name="HERNÁNDEZ LEIVA ERICK D" userId="S::e.hernndezleiva@uandresbello.edu::9c5b8259-4361-4a22-8228-673ea94f99ad" providerId="AD" clId="Web-{00000000-0000-0000-0000-000000000000}" dt="2026-09-15T22:21:33.441" v="694"/>
          <ac:spMkLst>
            <pc:docMk/>
            <pc:sldMk cId="189081242" sldId="293"/>
            <ac:spMk id="37" creationId="{CECBF298-0713-CA86-C899-674B5BC40110}"/>
          </ac:spMkLst>
        </pc:spChg>
        <pc:spChg chg="add del">
          <ac:chgData name="HERNÁNDEZ LEIVA ERICK D" userId="S::e.hernndezleiva@uandresbello.edu::9c5b8259-4361-4a22-8228-673ea94f99ad" providerId="AD" clId="Web-{00000000-0000-0000-0000-000000000000}" dt="2026-09-15T22:23:25.098" v="708"/>
          <ac:spMkLst>
            <pc:docMk/>
            <pc:sldMk cId="189081242" sldId="293"/>
            <ac:spMk id="38" creationId="{BDDF9FBB-880D-22DA-10C4-B5A3DA161ECA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2:23:48.411" v="724"/>
          <ac:spMkLst>
            <pc:docMk/>
            <pc:sldMk cId="189081242" sldId="293"/>
            <ac:spMk id="39" creationId="{0726E0F1-F44F-A38A-0358-A03FC424244B}"/>
          </ac:spMkLst>
        </pc:spChg>
        <pc:spChg chg="add mod">
          <ac:chgData name="HERNÁNDEZ LEIVA ERICK D" userId="S::e.hernndezleiva@uandresbello.edu::9c5b8259-4361-4a22-8228-673ea94f99ad" providerId="AD" clId="Web-{00000000-0000-0000-0000-000000000000}" dt="2026-09-15T22:23:46.082" v="722"/>
          <ac:spMkLst>
            <pc:docMk/>
            <pc:sldMk cId="189081242" sldId="293"/>
            <ac:spMk id="41" creationId="{E7575ED5-B2DA-8FA6-FEF6-0969F692A1B8}"/>
          </ac:spMkLst>
        </pc:spChg>
        <pc:spChg chg="add">
          <ac:chgData name="HERNÁNDEZ LEIVA ERICK D" userId="S::e.hernndezleiva@uandresbello.edu::9c5b8259-4361-4a22-8228-673ea94f99ad" providerId="AD" clId="Web-{00000000-0000-0000-0000-000000000000}" dt="2026-09-15T22:21:33.441" v="694"/>
          <ac:spMkLst>
            <pc:docMk/>
            <pc:sldMk cId="189081242" sldId="293"/>
            <ac:spMk id="42" creationId="{C631EEEA-B6CB-4EA9-77E9-E939E020F432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2:25:43.646" v="746" actId="20577"/>
          <ac:spMkLst>
            <pc:docMk/>
            <pc:sldMk cId="189081242" sldId="293"/>
            <ac:spMk id="43" creationId="{374587F8-D29D-AE2E-240F-D336E3989047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2:24:09.176" v="735"/>
          <ac:spMkLst>
            <pc:docMk/>
            <pc:sldMk cId="189081242" sldId="293"/>
            <ac:spMk id="46" creationId="{AD0A828A-EA9F-B82B-4D2F-F36BFA99EA03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2:25:24.724" v="741" actId="20577"/>
          <ac:spMkLst>
            <pc:docMk/>
            <pc:sldMk cId="189081242" sldId="293"/>
            <ac:spMk id="49" creationId="{6565B407-E6B7-2AA1-E624-95BC6BA0884B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09-15T22:33:56.087" v="838" actId="20577"/>
          <ac:spMkLst>
            <pc:docMk/>
            <pc:sldMk cId="189081242" sldId="293"/>
            <ac:spMk id="50" creationId="{EF229823-AB80-D236-6666-C51179696A56}"/>
          </ac:spMkLst>
        </pc:spChg>
      </pc:sldChg>
      <pc:sldChg chg="addSp delSp modSp">
        <pc:chgData name="HERNÁNDEZ LEIVA ERICK D" userId="S::e.hernndezleiva@uandresbello.edu::9c5b8259-4361-4a22-8228-673ea94f99ad" providerId="AD" clId="Web-{00000000-0000-0000-0000-000000000000}" dt="2026-09-15T23:28:38.312" v="1684"/>
        <pc:sldMkLst>
          <pc:docMk/>
          <pc:sldMk cId="4025615869" sldId="294"/>
        </pc:sldMkLst>
        <pc:spChg chg="mod">
          <ac:chgData name="HERNÁNDEZ LEIVA ERICK D" userId="S::e.hernndezleiva@uandresbello.edu::9c5b8259-4361-4a22-8228-673ea94f99ad" providerId="AD" clId="Web-{00000000-0000-0000-0000-000000000000}" dt="2026-09-15T22:27:43.084" v="810" actId="20577"/>
          <ac:spMkLst>
            <pc:docMk/>
            <pc:sldMk cId="4025615869" sldId="294"/>
            <ac:spMk id="17" creationId="{00000000-0000-0000-0000-000000000000}"/>
          </ac:spMkLst>
        </pc:spChg>
      </pc:sldChg>
      <pc:sldChg chg="addSp modSp">
        <pc:chgData name="HERNÁNDEZ LEIVA ERICK D" userId="S::e.hernndezleiva@uandresbello.edu::9c5b8259-4361-4a22-8228-673ea94f99ad" providerId="AD" clId="Web-{00000000-0000-0000-0000-000000000000}" dt="2026-09-15T22:45:04.013" v="1260" actId="20577"/>
        <pc:sldMkLst>
          <pc:docMk/>
          <pc:sldMk cId="1061613997" sldId="295"/>
        </pc:sldMkLst>
        <pc:spChg chg="add mod">
          <ac:chgData name="HERNÁNDEZ LEIVA ERICK D" userId="S::e.hernndezleiva@uandresbello.edu::9c5b8259-4361-4a22-8228-673ea94f99ad" providerId="AD" clId="Web-{00000000-0000-0000-0000-000000000000}" dt="2026-09-15T22:45:04.013" v="1260" actId="20577"/>
          <ac:spMkLst>
            <pc:docMk/>
            <pc:sldMk cId="1061613997" sldId="295"/>
            <ac:spMk id="3" creationId="{267B72EA-FE2C-D978-2AD3-666779E439EA}"/>
          </ac:spMkLst>
        </pc:spChg>
      </pc:sldChg>
      <pc:sldChg chg="addSp modSp">
        <pc:chgData name="HERNÁNDEZ LEIVA ERICK D" userId="S::e.hernndezleiva@uandresbello.edu::9c5b8259-4361-4a22-8228-673ea94f99ad" providerId="AD" clId="Web-{00000000-0000-0000-0000-000000000000}" dt="2026-09-15T23:33:15.282" v="1689"/>
        <pc:sldMkLst>
          <pc:docMk/>
          <pc:sldMk cId="3593821757" sldId="296"/>
        </pc:sldMkLst>
        <pc:spChg chg="add mod">
          <ac:chgData name="HERNÁNDEZ LEIVA ERICK D" userId="S::e.hernndezleiva@uandresbello.edu::9c5b8259-4361-4a22-8228-673ea94f99ad" providerId="AD" clId="Web-{00000000-0000-0000-0000-000000000000}" dt="2026-09-15T22:45:50.279" v="1279" actId="20577"/>
          <ac:spMkLst>
            <pc:docMk/>
            <pc:sldMk cId="3593821757" sldId="296"/>
            <ac:spMk id="4" creationId="{F87787FA-85AD-A99E-2602-08D11D352909}"/>
          </ac:spMkLst>
        </pc:spChg>
      </pc:sldChg>
      <pc:sldChg chg="addSp delSp modSp add replId">
        <pc:chgData name="HERNÁNDEZ LEIVA ERICK D" userId="S::e.hernndezleiva@uandresbello.edu::9c5b8259-4361-4a22-8228-673ea94f99ad" providerId="AD" clId="Web-{00000000-0000-0000-0000-000000000000}" dt="2026-09-15T22:54:29.642" v="1356" actId="20577"/>
        <pc:sldMkLst>
          <pc:docMk/>
          <pc:sldMk cId="198021048" sldId="298"/>
        </pc:sldMkLst>
        <pc:spChg chg="mod">
          <ac:chgData name="HERNÁNDEZ LEIVA ERICK D" userId="S::e.hernndezleiva@uandresbello.edu::9c5b8259-4361-4a22-8228-673ea94f99ad" providerId="AD" clId="Web-{00000000-0000-0000-0000-000000000000}" dt="2026-09-15T22:49:45.031" v="1332" actId="20577"/>
          <ac:spMkLst>
            <pc:docMk/>
            <pc:sldMk cId="198021048" sldId="298"/>
            <ac:spMk id="4" creationId="{A9ACEC4D-CEF5-9A4F-A4C8-63F98F7B359E}"/>
          </ac:spMkLst>
        </pc:spChg>
      </pc:sldChg>
      <pc:sldChg chg="addSp delSp modSp add ord replId">
        <pc:chgData name="HERNÁNDEZ LEIVA ERICK D" userId="S::e.hernndezleiva@uandresbello.edu::9c5b8259-4361-4a22-8228-673ea94f99ad" providerId="AD" clId="Web-{00000000-0000-0000-0000-000000000000}" dt="2026-09-15T22:59:35.519" v="1489"/>
        <pc:sldMkLst>
          <pc:docMk/>
          <pc:sldMk cId="1291934640" sldId="300"/>
        </pc:sldMkLst>
        <pc:spChg chg="mod">
          <ac:chgData name="HERNÁNDEZ LEIVA ERICK D" userId="S::e.hernndezleiva@uandresbello.edu::9c5b8259-4361-4a22-8228-673ea94f99ad" providerId="AD" clId="Web-{00000000-0000-0000-0000-000000000000}" dt="2026-09-15T22:59:01.065" v="1382" actId="20577"/>
          <ac:spMkLst>
            <pc:docMk/>
            <pc:sldMk cId="1291934640" sldId="300"/>
            <ac:spMk id="3" creationId="{0D637EEF-3BC1-4EFA-64F1-CDCC205A929A}"/>
          </ac:spMkLst>
        </pc:spChg>
      </pc:sldChg>
      <pc:sldChg chg="modSp add ord replId">
        <pc:chgData name="HERNÁNDEZ LEIVA ERICK D" userId="S::e.hernndezleiva@uandresbello.edu::9c5b8259-4361-4a22-8228-673ea94f99ad" providerId="AD" clId="Web-{00000000-0000-0000-0000-000000000000}" dt="2026-09-15T23:01:34.957" v="1514" actId="20577"/>
        <pc:sldMkLst>
          <pc:docMk/>
          <pc:sldMk cId="2625144485" sldId="301"/>
        </pc:sldMkLst>
        <pc:spChg chg="mod">
          <ac:chgData name="HERNÁNDEZ LEIVA ERICK D" userId="S::e.hernndezleiva@uandresbello.edu::9c5b8259-4361-4a22-8228-673ea94f99ad" providerId="AD" clId="Web-{00000000-0000-0000-0000-000000000000}" dt="2026-09-15T23:01:34.957" v="1514" actId="20577"/>
          <ac:spMkLst>
            <pc:docMk/>
            <pc:sldMk cId="2625144485" sldId="301"/>
            <ac:spMk id="3" creationId="{1B7E451B-5C3B-8CD1-C37C-3B64587EEC95}"/>
          </ac:spMkLst>
        </pc:spChg>
      </pc:sldChg>
      <pc:sldChg chg="addSp modSp add replId">
        <pc:chgData name="HERNÁNDEZ LEIVA ERICK D" userId="S::e.hernndezleiva@uandresbello.edu::9c5b8259-4361-4a22-8228-673ea94f99ad" providerId="AD" clId="Web-{00000000-0000-0000-0000-000000000000}" dt="2026-09-15T23:03:04.583" v="1557"/>
        <pc:sldMkLst>
          <pc:docMk/>
          <pc:sldMk cId="278791323" sldId="302"/>
        </pc:sldMkLst>
        <pc:spChg chg="mod">
          <ac:chgData name="HERNÁNDEZ LEIVA ERICK D" userId="S::e.hernndezleiva@uandresbello.edu::9c5b8259-4361-4a22-8228-673ea94f99ad" providerId="AD" clId="Web-{00000000-0000-0000-0000-000000000000}" dt="2026-09-15T23:02:25.395" v="1541" actId="20577"/>
          <ac:spMkLst>
            <pc:docMk/>
            <pc:sldMk cId="278791323" sldId="302"/>
            <ac:spMk id="3" creationId="{B6FBEDDE-1D93-7B2B-CAE0-EC933AF43165}"/>
          </ac:spMkLst>
        </pc:spChg>
      </pc:sldChg>
      <pc:sldChg chg="addSp delSp modSp add ord replId">
        <pc:chgData name="HERNÁNDEZ LEIVA ERICK D" userId="S::e.hernndezleiva@uandresbello.edu::9c5b8259-4361-4a22-8228-673ea94f99ad" providerId="AD" clId="Web-{00000000-0000-0000-0000-000000000000}" dt="2026-09-15T23:06:00.084" v="1564"/>
        <pc:sldMkLst>
          <pc:docMk/>
          <pc:sldMk cId="847515582" sldId="303"/>
        </pc:sldMkLst>
        <pc:spChg chg="add">
          <ac:chgData name="HERNÁNDEZ LEIVA ERICK D" userId="S::e.hernndezleiva@uandresbello.edu::9c5b8259-4361-4a22-8228-673ea94f99ad" providerId="AD" clId="Web-{00000000-0000-0000-0000-000000000000}" dt="2026-09-15T23:05:51.021" v="1563"/>
          <ac:spMkLst>
            <pc:docMk/>
            <pc:sldMk cId="847515582" sldId="303"/>
            <ac:spMk id="5" creationId="{E5249166-A738-F856-36A9-41D1137C5BEB}"/>
          </ac:spMkLst>
        </pc:spChg>
      </pc:sldChg>
      <pc:sldChg chg="add replId">
        <pc:chgData name="HERNÁNDEZ LEIVA ERICK D" userId="S::e.hernndezleiva@uandresbello.edu::9c5b8259-4361-4a22-8228-673ea94f99ad" providerId="AD" clId="Web-{00000000-0000-0000-0000-000000000000}" dt="2026-09-15T23:06:07.146" v="1565"/>
        <pc:sldMkLst>
          <pc:docMk/>
          <pc:sldMk cId="1363530288" sldId="304"/>
        </pc:sldMkLst>
      </pc:sldChg>
      <pc:sldChg chg="add replId">
        <pc:chgData name="HERNÁNDEZ LEIVA ERICK D" userId="S::e.hernndezleiva@uandresbello.edu::9c5b8259-4361-4a22-8228-673ea94f99ad" providerId="AD" clId="Web-{00000000-0000-0000-0000-000000000000}" dt="2026-09-15T23:06:09.881" v="1566"/>
        <pc:sldMkLst>
          <pc:docMk/>
          <pc:sldMk cId="1067156345" sldId="305"/>
        </pc:sldMkLst>
      </pc:sldChg>
      <pc:sldChg chg="addSp modSp add ord replId">
        <pc:chgData name="HERNÁNDEZ LEIVA ERICK D" userId="S::e.hernndezleiva@uandresbello.edu::9c5b8259-4361-4a22-8228-673ea94f99ad" providerId="AD" clId="Web-{00000000-0000-0000-0000-000000000000}" dt="2026-09-15T23:15:54.604" v="1622" actId="20577"/>
        <pc:sldMkLst>
          <pc:docMk/>
          <pc:sldMk cId="1498931609" sldId="306"/>
        </pc:sldMkLst>
        <pc:spChg chg="mod">
          <ac:chgData name="HERNÁNDEZ LEIVA ERICK D" userId="S::e.hernndezleiva@uandresbello.edu::9c5b8259-4361-4a22-8228-673ea94f99ad" providerId="AD" clId="Web-{00000000-0000-0000-0000-000000000000}" dt="2026-09-15T23:12:27.384" v="1594" actId="20577"/>
          <ac:spMkLst>
            <pc:docMk/>
            <pc:sldMk cId="1498931609" sldId="306"/>
            <ac:spMk id="3" creationId="{51565752-669C-4D12-EB23-E869DDEEB9B7}"/>
          </ac:spMkLst>
        </pc:spChg>
      </pc:sldChg>
      <pc:sldChg chg="addSp modSp add del replId">
        <pc:chgData name="HERNÁNDEZ LEIVA ERICK D" userId="S::e.hernndezleiva@uandresbello.edu::9c5b8259-4361-4a22-8228-673ea94f99ad" providerId="AD" clId="Web-{00000000-0000-0000-0000-000000000000}" dt="2026-10-03T18:34:26.869" v="1704"/>
        <pc:sldMkLst>
          <pc:docMk/>
          <pc:sldMk cId="3947133572" sldId="307"/>
        </pc:sldMkLst>
      </pc:sldChg>
      <pc:sldChg chg="addSp delSp modSp">
        <pc:chgData name="HERNÁNDEZ LEIVA ERICK D" userId="S::e.hernndezleiva@uandresbello.edu::9c5b8259-4361-4a22-8228-673ea94f99ad" providerId="AD" clId="Web-{00000000-0000-0000-0000-000000000000}" dt="2026-09-16T00:03:37.235" v="1703"/>
        <pc:sldMkLst>
          <pc:docMk/>
          <pc:sldMk cId="2497749680" sldId="308"/>
        </pc:sldMkLst>
      </pc:sldChg>
      <pc:sldChg chg="addSp delSp modSp add del">
        <pc:chgData name="HERNÁNDEZ LEIVA ERICK D" userId="S::e.hernndezleiva@uandresbello.edu::9c5b8259-4361-4a22-8228-673ea94f99ad" providerId="AD" clId="Web-{00000000-0000-0000-0000-000000000000}" dt="2026-10-03T19:05:54.413" v="1725" actId="1076"/>
        <pc:sldMkLst>
          <pc:docMk/>
          <pc:sldMk cId="3947133572" sldId="311"/>
        </pc:sldMkLst>
        <pc:spChg chg="mod">
          <ac:chgData name="HERNÁNDEZ LEIVA ERICK D" userId="S::e.hernndezleiva@uandresbello.edu::9c5b8259-4361-4a22-8228-673ea94f99ad" providerId="AD" clId="Web-{00000000-0000-0000-0000-000000000000}" dt="2026-10-03T19:05:54.413" v="1725" actId="1076"/>
          <ac:spMkLst>
            <pc:docMk/>
            <pc:sldMk cId="3947133572" sldId="311"/>
            <ac:spMk id="12" creationId="{00000000-0000-0000-0000-000000000000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10-03T19:05:31.131" v="1717" actId="1076"/>
          <ac:spMkLst>
            <pc:docMk/>
            <pc:sldMk cId="3947133572" sldId="311"/>
            <ac:spMk id="14" creationId="{00000000-0000-0000-0000-000000000000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10-03T19:05:48.553" v="1723" actId="1076"/>
          <ac:spMkLst>
            <pc:docMk/>
            <pc:sldMk cId="3947133572" sldId="311"/>
            <ac:spMk id="16" creationId="{00000000-0000-0000-0000-000000000000}"/>
          </ac:spMkLst>
        </pc:spChg>
        <pc:spChg chg="mod">
          <ac:chgData name="HERNÁNDEZ LEIVA ERICK D" userId="S::e.hernndezleiva@uandresbello.edu::9c5b8259-4361-4a22-8228-673ea94f99ad" providerId="AD" clId="Web-{00000000-0000-0000-0000-000000000000}" dt="2026-10-03T19:05:37.538" v="1719" actId="1076"/>
          <ac:spMkLst>
            <pc:docMk/>
            <pc:sldMk cId="3947133572" sldId="311"/>
            <ac:spMk id="18" creationId="{00000000-0000-0000-0000-000000000000}"/>
          </ac:spMkLst>
        </pc:spChg>
        <pc:spChg chg="add del">
          <ac:chgData name="HERNÁNDEZ LEIVA ERICK D" userId="S::e.hernndezleiva@uandresbello.edu::9c5b8259-4361-4a22-8228-673ea94f99ad" providerId="AD" clId="Web-{00000000-0000-0000-0000-000000000000}" dt="2026-10-03T19:05:24.053" v="1715"/>
          <ac:spMkLst>
            <pc:docMk/>
            <pc:sldMk cId="3947133572" sldId="311"/>
            <ac:spMk id="19" creationId="{00000000-0000-0000-0000-000000000000}"/>
          </ac:spMkLst>
        </pc:spChg>
        <pc:spChg chg="del">
          <ac:chgData name="HERNÁNDEZ LEIVA ERICK D" userId="S::e.hernndezleiva@uandresbello.edu::9c5b8259-4361-4a22-8228-673ea94f99ad" providerId="AD" clId="Web-{00000000-0000-0000-0000-000000000000}" dt="2026-10-03T19:05:24.053" v="1714"/>
          <ac:spMkLst>
            <pc:docMk/>
            <pc:sldMk cId="3947133572" sldId="311"/>
            <ac:spMk id="20" creationId="{00000000-0000-0000-0000-000000000000}"/>
          </ac:spMkLst>
        </pc:spChg>
        <pc:spChg chg="del">
          <ac:chgData name="HERNÁNDEZ LEIVA ERICK D" userId="S::e.hernndezleiva@uandresbello.edu::9c5b8259-4361-4a22-8228-673ea94f99ad" providerId="AD" clId="Web-{00000000-0000-0000-0000-000000000000}" dt="2026-10-03T19:05:24.053" v="1713"/>
          <ac:spMkLst>
            <pc:docMk/>
            <pc:sldMk cId="3947133572" sldId="311"/>
            <ac:spMk id="21" creationId="{00000000-0000-0000-0000-000000000000}"/>
          </ac:spMkLst>
        </pc:spChg>
        <pc:spChg chg="del">
          <ac:chgData name="HERNÁNDEZ LEIVA ERICK D" userId="S::e.hernndezleiva@uandresbello.edu::9c5b8259-4361-4a22-8228-673ea94f99ad" providerId="AD" clId="Web-{00000000-0000-0000-0000-000000000000}" dt="2026-10-03T19:05:24.053" v="1712"/>
          <ac:spMkLst>
            <pc:docMk/>
            <pc:sldMk cId="3947133572" sldId="311"/>
            <ac:spMk id="22" creationId="{00000000-0000-0000-0000-000000000000}"/>
          </ac:spMkLst>
        </pc:spChg>
        <pc:spChg chg="del">
          <ac:chgData name="HERNÁNDEZ LEIVA ERICK D" userId="S::e.hernndezleiva@uandresbello.edu::9c5b8259-4361-4a22-8228-673ea94f99ad" providerId="AD" clId="Web-{00000000-0000-0000-0000-000000000000}" dt="2026-10-03T19:05:24.053" v="1711"/>
          <ac:spMkLst>
            <pc:docMk/>
            <pc:sldMk cId="3947133572" sldId="311"/>
            <ac:spMk id="23" creationId="{00000000-0000-0000-0000-000000000000}"/>
          </ac:spMkLst>
        </pc:spChg>
        <pc:spChg chg="del">
          <ac:chgData name="HERNÁNDEZ LEIVA ERICK D" userId="S::e.hernndezleiva@uandresbello.edu::9c5b8259-4361-4a22-8228-673ea94f99ad" providerId="AD" clId="Web-{00000000-0000-0000-0000-000000000000}" dt="2026-10-03T19:05:24.053" v="1710"/>
          <ac:spMkLst>
            <pc:docMk/>
            <pc:sldMk cId="3947133572" sldId="311"/>
            <ac:spMk id="24" creationId="{00000000-0000-0000-0000-000000000000}"/>
          </ac:spMkLst>
        </pc:spChg>
        <pc:spChg chg="del">
          <ac:chgData name="HERNÁNDEZ LEIVA ERICK D" userId="S::e.hernndezleiva@uandresbello.edu::9c5b8259-4361-4a22-8228-673ea94f99ad" providerId="AD" clId="Web-{00000000-0000-0000-0000-000000000000}" dt="2026-10-03T19:05:24.053" v="1709"/>
          <ac:spMkLst>
            <pc:docMk/>
            <pc:sldMk cId="3947133572" sldId="311"/>
            <ac:spMk id="25" creationId="{00000000-0000-0000-0000-000000000000}"/>
          </ac:spMkLst>
        </pc:spChg>
        <pc:picChg chg="mod">
          <ac:chgData name="HERNÁNDEZ LEIVA ERICK D" userId="S::e.hernndezleiva@uandresbello.edu::9c5b8259-4361-4a22-8228-673ea94f99ad" providerId="AD" clId="Web-{00000000-0000-0000-0000-000000000000}" dt="2026-10-03T19:05:51.819" v="1724" actId="1076"/>
          <ac:picMkLst>
            <pc:docMk/>
            <pc:sldMk cId="3947133572" sldId="311"/>
            <ac:picMk id="11" creationId="{00000000-0000-0000-0000-000000000000}"/>
          </ac:picMkLst>
        </pc:picChg>
        <pc:picChg chg="mod">
          <ac:chgData name="HERNÁNDEZ LEIVA ERICK D" userId="S::e.hernndezleiva@uandresbello.edu::9c5b8259-4361-4a22-8228-673ea94f99ad" providerId="AD" clId="Web-{00000000-0000-0000-0000-000000000000}" dt="2026-10-03T19:05:26.959" v="1716" actId="1076"/>
          <ac:picMkLst>
            <pc:docMk/>
            <pc:sldMk cId="3947133572" sldId="311"/>
            <ac:picMk id="13" creationId="{00000000-0000-0000-0000-000000000000}"/>
          </ac:picMkLst>
        </pc:picChg>
        <pc:picChg chg="mod">
          <ac:chgData name="HERNÁNDEZ LEIVA ERICK D" userId="S::e.hernndezleiva@uandresbello.edu::9c5b8259-4361-4a22-8228-673ea94f99ad" providerId="AD" clId="Web-{00000000-0000-0000-0000-000000000000}" dt="2026-10-03T19:05:45.553" v="1722" actId="1076"/>
          <ac:picMkLst>
            <pc:docMk/>
            <pc:sldMk cId="3947133572" sldId="311"/>
            <ac:picMk id="15" creationId="{00000000-0000-0000-0000-000000000000}"/>
          </ac:picMkLst>
        </pc:picChg>
        <pc:picChg chg="mod">
          <ac:chgData name="HERNÁNDEZ LEIVA ERICK D" userId="S::e.hernndezleiva@uandresbello.edu::9c5b8259-4361-4a22-8228-673ea94f99ad" providerId="AD" clId="Web-{00000000-0000-0000-0000-000000000000}" dt="2026-10-03T19:05:33.397" v="1718" actId="1076"/>
          <ac:picMkLst>
            <pc:docMk/>
            <pc:sldMk cId="3947133572" sldId="311"/>
            <ac:picMk id="17" creationId="{00000000-0000-0000-0000-000000000000}"/>
          </ac:picMkLst>
        </pc:picChg>
      </pc:sldChg>
      <pc:sldMasterChg chg="addSldLayout delSldLayout">
        <pc:chgData name="HERNÁNDEZ LEIVA ERICK D" userId="S::e.hernndezleiva@uandresbello.edu::9c5b8259-4361-4a22-8228-673ea94f99ad" providerId="AD" clId="Web-{00000000-0000-0000-0000-000000000000}" dt="2026-09-15T22:47:26.655" v="1290"/>
        <pc:sldMasterMkLst>
          <pc:docMk/>
          <pc:sldMasterMk cId="1034429393" sldId="2147483660"/>
        </pc:sldMasterMkLst>
      </pc:sldMasterChg>
    </pc:docChg>
  </pc:docChgLst>
  <pc:docChgLst>
    <pc:chgData name="SALAS ORTIZ FELIPE P" userId="S::f.salasortiz@uandresbello.edu::50b57c22-9f6d-44aa-ae83-adb288526a08" providerId="AD" clId="Web-{901AE4FD-BA2F-BE88-109F-A4AE03E67D4B}"/>
    <pc:docChg chg="mod addSld modSld">
      <pc:chgData name="SALAS ORTIZ FELIPE P" userId="S::f.salasortiz@uandresbello.edu::50b57c22-9f6d-44aa-ae83-adb288526a08" providerId="AD" clId="Web-{901AE4FD-BA2F-BE88-109F-A4AE03E67D4B}" dt="2026-09-22T21:32:36.721" v="215" actId="1076"/>
      <pc:docMkLst>
        <pc:docMk/>
      </pc:docMkLst>
      <pc:sldChg chg="modSp">
        <pc:chgData name="SALAS ORTIZ FELIPE P" userId="S::f.salasortiz@uandresbello.edu::50b57c22-9f6d-44aa-ae83-adb288526a08" providerId="AD" clId="Web-{901AE4FD-BA2F-BE88-109F-A4AE03E67D4B}" dt="2026-09-22T21:31:29.923" v="212" actId="20577"/>
        <pc:sldMkLst>
          <pc:docMk/>
          <pc:sldMk cId="4057004946" sldId="292"/>
        </pc:sldMkLst>
      </pc:sldChg>
      <pc:sldChg chg="modSp">
        <pc:chgData name="SALAS ORTIZ FELIPE P" userId="S::f.salasortiz@uandresbello.edu::50b57c22-9f6d-44aa-ae83-adb288526a08" providerId="AD" clId="Web-{901AE4FD-BA2F-BE88-109F-A4AE03E67D4B}" dt="2026-09-22T21:32:36.721" v="215" actId="1076"/>
        <pc:sldMkLst>
          <pc:docMk/>
          <pc:sldMk cId="3593821757" sldId="296"/>
        </pc:sldMkLst>
      </pc:sldChg>
      <pc:sldChg chg="addSp delSp modSp new">
        <pc:chgData name="SALAS ORTIZ FELIPE P" userId="S::f.salasortiz@uandresbello.edu::50b57c22-9f6d-44aa-ae83-adb288526a08" providerId="AD" clId="Web-{901AE4FD-BA2F-BE88-109F-A4AE03E67D4B}" dt="2026-09-22T21:25:26.851" v="79" actId="20577"/>
        <pc:sldMkLst>
          <pc:docMk/>
          <pc:sldMk cId="3612182009" sldId="310"/>
        </pc:sldMkLst>
        <pc:spChg chg="add mod">
          <ac:chgData name="SALAS ORTIZ FELIPE P" userId="S::f.salasortiz@uandresbello.edu::50b57c22-9f6d-44aa-ae83-adb288526a08" providerId="AD" clId="Web-{901AE4FD-BA2F-BE88-109F-A4AE03E67D4B}" dt="2026-09-22T21:23:50.426" v="71" actId="20577"/>
          <ac:spMkLst>
            <pc:docMk/>
            <pc:sldMk cId="3612182009" sldId="310"/>
            <ac:spMk id="9" creationId="{CBE84425-E01A-BE42-0CF4-EA265424CE6D}"/>
          </ac:spMkLst>
        </pc:spChg>
        <pc:picChg chg="add">
          <ac:chgData name="SALAS ORTIZ FELIPE P" userId="S::f.salasortiz@uandresbello.edu::50b57c22-9f6d-44aa-ae83-adb288526a08" providerId="AD" clId="Web-{901AE4FD-BA2F-BE88-109F-A4AE03E67D4B}" dt="2026-09-22T21:22:56.597" v="1"/>
          <ac:picMkLst>
            <pc:docMk/>
            <pc:sldMk cId="3612182009" sldId="310"/>
            <ac:picMk id="5" creationId="{4E6FB81A-07C5-66B1-9378-476A7C58E29D}"/>
          </ac:picMkLst>
        </pc:picChg>
        <pc:picChg chg="add">
          <ac:chgData name="SALAS ORTIZ FELIPE P" userId="S::f.salasortiz@uandresbello.edu::50b57c22-9f6d-44aa-ae83-adb288526a08" providerId="AD" clId="Web-{901AE4FD-BA2F-BE88-109F-A4AE03E67D4B}" dt="2026-09-22T21:22:56.612" v="2"/>
          <ac:picMkLst>
            <pc:docMk/>
            <pc:sldMk cId="3612182009" sldId="310"/>
            <ac:picMk id="7" creationId="{6EDAEB8A-ECAB-FA32-21DF-FFE57784A9D5}"/>
          </ac:picMkLst>
        </pc:picChg>
      </pc:sldChg>
    </pc:docChg>
  </pc:docChgLst>
  <pc:docChgLst>
    <pc:chgData name="SALAS ORTIZ FELIPE P" userId="S::f.salasortiz@uandresbello.edu::50b57c22-9f6d-44aa-ae83-adb288526a08" providerId="AD" clId="Web-{00000000-0000-0000-0000-000000000000}"/>
    <pc:docChg chg="mod modSld modMainMaster setSldSz">
      <pc:chgData name="SALAS ORTIZ FELIPE P" userId="S::f.salasortiz@uandresbello.edu::50b57c22-9f6d-44aa-ae83-adb288526a08" providerId="AD" clId="Web-{00000000-0000-0000-0000-000000000000}" dt="2026-10-03T18:35:07.553" v="815" actId="20577"/>
      <pc:docMkLst>
        <pc:docMk/>
      </pc:docMkLst>
      <pc:sldChg chg="addSp delSp modSp">
        <pc:chgData name="SALAS ORTIZ FELIPE P" userId="S::f.salasortiz@uandresbello.edu::50b57c22-9f6d-44aa-ae83-adb288526a08" providerId="AD" clId="Web-{00000000-0000-0000-0000-000000000000}" dt="2026-09-15T21:37:13.071" v="232" actId="14100"/>
        <pc:sldMkLst>
          <pc:docMk/>
          <pc:sldMk cId="1833661433" sldId="261"/>
        </pc:sldMkLst>
        <pc:spChg chg="mod">
          <ac:chgData name="SALAS ORTIZ FELIPE P" userId="S::f.salasortiz@uandresbello.edu::50b57c22-9f6d-44aa-ae83-adb288526a08" providerId="AD" clId="Web-{00000000-0000-0000-0000-000000000000}" dt="2026-09-15T21:35:18.296" v="207"/>
          <ac:spMkLst>
            <pc:docMk/>
            <pc:sldMk cId="1833661433" sldId="261"/>
            <ac:spMk id="2" creationId="{00000000-0000-0000-0000-000000000000}"/>
          </ac:spMkLst>
        </pc:spChg>
        <pc:spChg chg="mod">
          <ac:chgData name="SALAS ORTIZ FELIPE P" userId="S::f.salasortiz@uandresbello.edu::50b57c22-9f6d-44aa-ae83-adb288526a08" providerId="AD" clId="Web-{00000000-0000-0000-0000-000000000000}" dt="2026-09-15T21:35:18.296" v="207"/>
          <ac:spMkLst>
            <pc:docMk/>
            <pc:sldMk cId="1833661433" sldId="261"/>
            <ac:spMk id="3" creationId="{745FC54E-4115-07CB-0C43-C7EB1AEE98C3}"/>
          </ac:spMkLst>
        </pc:spChg>
        <pc:spChg chg="mod">
          <ac:chgData name="SALAS ORTIZ FELIPE P" userId="S::f.salasortiz@uandresbello.edu::50b57c22-9f6d-44aa-ae83-adb288526a08" providerId="AD" clId="Web-{00000000-0000-0000-0000-000000000000}" dt="2026-09-15T21:36:54.507" v="231" actId="14100"/>
          <ac:spMkLst>
            <pc:docMk/>
            <pc:sldMk cId="1833661433" sldId="261"/>
            <ac:spMk id="11" creationId="{00000000-0000-0000-0000-000000000000}"/>
          </ac:spMkLst>
        </pc:spChg>
        <pc:spChg chg="add mod">
          <ac:chgData name="SALAS ORTIZ FELIPE P" userId="S::f.salasortiz@uandresbello.edu::50b57c22-9f6d-44aa-ae83-adb288526a08" providerId="AD" clId="Web-{00000000-0000-0000-0000-000000000000}" dt="2026-09-15T21:35:18.296" v="207"/>
          <ac:spMkLst>
            <pc:docMk/>
            <pc:sldMk cId="1833661433" sldId="261"/>
            <ac:spMk id="26" creationId="{D69350FE-9C5B-4E3D-71DA-F9184B6B6BAD}"/>
          </ac:spMkLst>
        </pc:spChg>
        <pc:spChg chg="add mod">
          <ac:chgData name="SALAS ORTIZ FELIPE P" userId="S::f.salasortiz@uandresbello.edu::50b57c22-9f6d-44aa-ae83-adb288526a08" providerId="AD" clId="Web-{00000000-0000-0000-0000-000000000000}" dt="2026-09-15T21:35:18.296" v="207"/>
          <ac:spMkLst>
            <pc:docMk/>
            <pc:sldMk cId="1833661433" sldId="261"/>
            <ac:spMk id="27" creationId="{9F1D308F-AB0C-FF15-2C97-45526BBDCFC7}"/>
          </ac:spMkLst>
        </pc:spChg>
        <pc:spChg chg="add mod">
          <ac:chgData name="SALAS ORTIZ FELIPE P" userId="S::f.salasortiz@uandresbello.edu::50b57c22-9f6d-44aa-ae83-adb288526a08" providerId="AD" clId="Web-{00000000-0000-0000-0000-000000000000}" dt="2026-09-15T21:35:18.296" v="207"/>
          <ac:spMkLst>
            <pc:docMk/>
            <pc:sldMk cId="1833661433" sldId="261"/>
            <ac:spMk id="29" creationId="{88EBE542-B775-5274-DF70-42BFB85EDB1D}"/>
          </ac:spMkLst>
        </pc:spChg>
        <pc:spChg chg="add mod">
          <ac:chgData name="SALAS ORTIZ FELIPE P" userId="S::f.salasortiz@uandresbello.edu::50b57c22-9f6d-44aa-ae83-adb288526a08" providerId="AD" clId="Web-{00000000-0000-0000-0000-000000000000}" dt="2026-09-15T21:35:18.296" v="207"/>
          <ac:spMkLst>
            <pc:docMk/>
            <pc:sldMk cId="1833661433" sldId="261"/>
            <ac:spMk id="30" creationId="{DD7A9944-0BF9-9418-074B-50A64F808A65}"/>
          </ac:spMkLst>
        </pc:spChg>
        <pc:spChg chg="add mod">
          <ac:chgData name="SALAS ORTIZ FELIPE P" userId="S::f.salasortiz@uandresbello.edu::50b57c22-9f6d-44aa-ae83-adb288526a08" providerId="AD" clId="Web-{00000000-0000-0000-0000-000000000000}" dt="2026-09-15T21:35:18.296" v="207"/>
          <ac:spMkLst>
            <pc:docMk/>
            <pc:sldMk cId="1833661433" sldId="261"/>
            <ac:spMk id="31" creationId="{7A7A2E5E-4A91-298E-2FCC-677BDD1CDDD2}"/>
          </ac:spMkLst>
        </pc:spChg>
        <pc:spChg chg="add mod">
          <ac:chgData name="SALAS ORTIZ FELIPE P" userId="S::f.salasortiz@uandresbello.edu::50b57c22-9f6d-44aa-ae83-adb288526a08" providerId="AD" clId="Web-{00000000-0000-0000-0000-000000000000}" dt="2026-09-15T21:35:18.296" v="207"/>
          <ac:spMkLst>
            <pc:docMk/>
            <pc:sldMk cId="1833661433" sldId="261"/>
            <ac:spMk id="32" creationId="{6695BF79-E67A-A546-889D-A6D4CC035249}"/>
          </ac:spMkLst>
        </pc:spChg>
        <pc:picChg chg="mod">
          <ac:chgData name="SALAS ORTIZ FELIPE P" userId="S::f.salasortiz@uandresbello.edu::50b57c22-9f6d-44aa-ae83-adb288526a08" providerId="AD" clId="Web-{00000000-0000-0000-0000-000000000000}" dt="2026-09-15T21:36:14.550" v="213" actId="1076"/>
          <ac:picMkLst>
            <pc:docMk/>
            <pc:sldMk cId="1833661433" sldId="261"/>
            <ac:picMk id="16" creationId="{00000000-0000-0000-0000-000000000000}"/>
          </ac:picMkLst>
        </pc:picChg>
        <pc:picChg chg="mod">
          <ac:chgData name="SALAS ORTIZ FELIPE P" userId="S::f.salasortiz@uandresbello.edu::50b57c22-9f6d-44aa-ae83-adb288526a08" providerId="AD" clId="Web-{00000000-0000-0000-0000-000000000000}" dt="2026-09-15T21:36:47.053" v="226" actId="14100"/>
          <ac:picMkLst>
            <pc:docMk/>
            <pc:sldMk cId="1833661433" sldId="261"/>
            <ac:picMk id="18" creationId="{00000000-0000-0000-0000-000000000000}"/>
          </ac:picMkLst>
        </pc:picChg>
        <pc:cxnChg chg="mod">
          <ac:chgData name="SALAS ORTIZ FELIPE P" userId="S::f.salasortiz@uandresbello.edu::50b57c22-9f6d-44aa-ae83-adb288526a08" providerId="AD" clId="Web-{00000000-0000-0000-0000-000000000000}" dt="2026-09-15T21:37:13.071" v="232" actId="14100"/>
          <ac:cxnSpMkLst>
            <pc:docMk/>
            <pc:sldMk cId="1833661433" sldId="261"/>
            <ac:cxnSpMk id="6" creationId="{00000000-0000-0000-0000-000000000000}"/>
          </ac:cxnSpMkLst>
        </pc:cxnChg>
        <pc:cxnChg chg="mod">
          <ac:chgData name="SALAS ORTIZ FELIPE P" userId="S::f.salasortiz@uandresbello.edu::50b57c22-9f6d-44aa-ae83-adb288526a08" providerId="AD" clId="Web-{00000000-0000-0000-0000-000000000000}" dt="2026-09-15T21:36:47.053" v="228" actId="14100"/>
          <ac:cxnSpMkLst>
            <pc:docMk/>
            <pc:sldMk cId="1833661433" sldId="261"/>
            <ac:cxnSpMk id="8" creationId="{00000000-0000-0000-0000-000000000000}"/>
          </ac:cxnSpMkLst>
        </pc:cxnChg>
      </pc:sldChg>
      <pc:sldChg chg="addSp delSp modSp">
        <pc:chgData name="SALAS ORTIZ FELIPE P" userId="S::f.salasortiz@uandresbello.edu::50b57c22-9f6d-44aa-ae83-adb288526a08" providerId="AD" clId="Web-{00000000-0000-0000-0000-000000000000}" dt="2026-09-15T22:14:00.374" v="497" actId="20577"/>
        <pc:sldMkLst>
          <pc:docMk/>
          <pc:sldMk cId="28928170" sldId="288"/>
        </pc:sldMkLst>
        <pc:spChg chg="mod">
          <ac:chgData name="SALAS ORTIZ FELIPE P" userId="S::f.salasortiz@uandresbello.edu::50b57c22-9f6d-44aa-ae83-adb288526a08" providerId="AD" clId="Web-{00000000-0000-0000-0000-000000000000}" dt="2026-09-15T21:36:01.612" v="211" actId="1076"/>
          <ac:spMkLst>
            <pc:docMk/>
            <pc:sldMk cId="28928170" sldId="288"/>
            <ac:spMk id="17" creationId="{00000000-0000-0000-0000-000000000000}"/>
          </ac:spMkLst>
        </pc:spChg>
        <pc:spChg chg="mod">
          <ac:chgData name="SALAS ORTIZ FELIPE P" userId="S::f.salasortiz@uandresbello.edu::50b57c22-9f6d-44aa-ae83-adb288526a08" providerId="AD" clId="Web-{00000000-0000-0000-0000-000000000000}" dt="2026-09-15T21:46:15.581" v="288"/>
          <ac:spMkLst>
            <pc:docMk/>
            <pc:sldMk cId="28928170" sldId="288"/>
            <ac:spMk id="57" creationId="{0ADE80ED-2811-C6C5-7D9C-DA40FC31160F}"/>
          </ac:spMkLst>
        </pc:spChg>
        <pc:spChg chg="mod">
          <ac:chgData name="SALAS ORTIZ FELIPE P" userId="S::f.salasortiz@uandresbello.edu::50b57c22-9f6d-44aa-ae83-adb288526a08" providerId="AD" clId="Web-{00000000-0000-0000-0000-000000000000}" dt="2026-09-15T21:42:46.455" v="257"/>
          <ac:spMkLst>
            <pc:docMk/>
            <pc:sldMk cId="28928170" sldId="288"/>
            <ac:spMk id="58" creationId="{D75787EE-174E-F0DA-FD04-3A9669D92D04}"/>
          </ac:spMkLst>
        </pc:spChg>
        <pc:spChg chg="add mod">
          <ac:chgData name="SALAS ORTIZ FELIPE P" userId="S::f.salasortiz@uandresbello.edu::50b57c22-9f6d-44aa-ae83-adb288526a08" providerId="AD" clId="Web-{00000000-0000-0000-0000-000000000000}" dt="2026-09-15T21:45:49.969" v="271"/>
          <ac:spMkLst>
            <pc:docMk/>
            <pc:sldMk cId="28928170" sldId="288"/>
            <ac:spMk id="59" creationId="{4BDA66B7-1006-C330-2CF5-C128B77D72A2}"/>
          </ac:spMkLst>
        </pc:spChg>
        <pc:spChg chg="mod">
          <ac:chgData name="SALAS ORTIZ FELIPE P" userId="S::f.salasortiz@uandresbello.edu::50b57c22-9f6d-44aa-ae83-adb288526a08" providerId="AD" clId="Web-{00000000-0000-0000-0000-000000000000}" dt="2026-09-15T21:46:15.581" v="289"/>
          <ac:spMkLst>
            <pc:docMk/>
            <pc:sldMk cId="28928170" sldId="288"/>
            <ac:spMk id="62" creationId="{A81E468F-0890-4216-BC46-CC8955654B33}"/>
          </ac:spMkLst>
        </pc:spChg>
        <pc:spChg chg="add mod">
          <ac:chgData name="SALAS ORTIZ FELIPE P" userId="S::f.salasortiz@uandresbello.edu::50b57c22-9f6d-44aa-ae83-adb288526a08" providerId="AD" clId="Web-{00000000-0000-0000-0000-000000000000}" dt="2026-09-15T21:43:02.957" v="259"/>
          <ac:spMkLst>
            <pc:docMk/>
            <pc:sldMk cId="28928170" sldId="288"/>
            <ac:spMk id="63" creationId="{B2753B8F-8A35-5415-26B2-81666A4E4D59}"/>
          </ac:spMkLst>
        </pc:spChg>
        <pc:spChg chg="mod">
          <ac:chgData name="SALAS ORTIZ FELIPE P" userId="S::f.salasortiz@uandresbello.edu::50b57c22-9f6d-44aa-ae83-adb288526a08" providerId="AD" clId="Web-{00000000-0000-0000-0000-000000000000}" dt="2026-09-15T21:45:49.985" v="272"/>
          <ac:spMkLst>
            <pc:docMk/>
            <pc:sldMk cId="28928170" sldId="288"/>
            <ac:spMk id="64" creationId="{42F42FEA-06CF-ECDB-163E-DB88BA44EFDB}"/>
          </ac:spMkLst>
        </pc:spChg>
        <pc:spChg chg="add">
          <ac:chgData name="SALAS ORTIZ FELIPE P" userId="S::f.salasortiz@uandresbello.edu::50b57c22-9f6d-44aa-ae83-adb288526a08" providerId="AD" clId="Web-{00000000-0000-0000-0000-000000000000}" dt="2026-09-15T21:35:50.783" v="210"/>
          <ac:spMkLst>
            <pc:docMk/>
            <pc:sldMk cId="28928170" sldId="288"/>
            <ac:spMk id="66" creationId="{DEFE8EC0-8E92-611F-0430-74321E1C5805}"/>
          </ac:spMkLst>
        </pc:spChg>
        <pc:spChg chg="mod">
          <ac:chgData name="SALAS ORTIZ FELIPE P" userId="S::f.salasortiz@uandresbello.edu::50b57c22-9f6d-44aa-ae83-adb288526a08" providerId="AD" clId="Web-{00000000-0000-0000-0000-000000000000}" dt="2026-09-15T21:46:15.581" v="290"/>
          <ac:spMkLst>
            <pc:docMk/>
            <pc:sldMk cId="28928170" sldId="288"/>
            <ac:spMk id="67" creationId="{8379324E-E598-DE08-331D-588281C8F2AE}"/>
          </ac:spMkLst>
        </pc:spChg>
        <pc:spChg chg="mod">
          <ac:chgData name="SALAS ORTIZ FELIPE P" userId="S::f.salasortiz@uandresbello.edu::50b57c22-9f6d-44aa-ae83-adb288526a08" providerId="AD" clId="Web-{00000000-0000-0000-0000-000000000000}" dt="2026-09-15T21:45:28.624" v="262"/>
          <ac:spMkLst>
            <pc:docMk/>
            <pc:sldMk cId="28928170" sldId="288"/>
            <ac:spMk id="68" creationId="{C9CB375A-DA80-54B3-8F95-4678D5B27BA8}"/>
          </ac:spMkLst>
        </pc:spChg>
        <pc:spChg chg="mod">
          <ac:chgData name="SALAS ORTIZ FELIPE P" userId="S::f.salasortiz@uandresbello.edu::50b57c22-9f6d-44aa-ae83-adb288526a08" providerId="AD" clId="Web-{00000000-0000-0000-0000-000000000000}" dt="2026-09-15T21:45:49.985" v="273"/>
          <ac:spMkLst>
            <pc:docMk/>
            <pc:sldMk cId="28928170" sldId="288"/>
            <ac:spMk id="69" creationId="{554A5A1F-C900-146A-2ACC-257740356354}"/>
          </ac:spMkLst>
        </pc:spChg>
        <pc:spChg chg="mod">
          <ac:chgData name="SALAS ORTIZ FELIPE P" userId="S::f.salasortiz@uandresbello.edu::50b57c22-9f6d-44aa-ae83-adb288526a08" providerId="AD" clId="Web-{00000000-0000-0000-0000-000000000000}" dt="2026-09-15T21:46:15.581" v="291"/>
          <ac:spMkLst>
            <pc:docMk/>
            <pc:sldMk cId="28928170" sldId="288"/>
            <ac:spMk id="72" creationId="{365B1149-AB5B-FD95-6A4D-9034369E40D0}"/>
          </ac:spMkLst>
        </pc:spChg>
        <pc:spChg chg="mod">
          <ac:chgData name="SALAS ORTIZ FELIPE P" userId="S::f.salasortiz@uandresbello.edu::50b57c22-9f6d-44aa-ae83-adb288526a08" providerId="AD" clId="Web-{00000000-0000-0000-0000-000000000000}" dt="2026-09-15T21:45:28.624" v="263"/>
          <ac:spMkLst>
            <pc:docMk/>
            <pc:sldMk cId="28928170" sldId="288"/>
            <ac:spMk id="73" creationId="{159963D7-43C1-A23F-77A6-0D91CB3F22F5}"/>
          </ac:spMkLst>
        </pc:spChg>
        <pc:spChg chg="mod">
          <ac:chgData name="SALAS ORTIZ FELIPE P" userId="S::f.salasortiz@uandresbello.edu::50b57c22-9f6d-44aa-ae83-adb288526a08" providerId="AD" clId="Web-{00000000-0000-0000-0000-000000000000}" dt="2026-09-15T21:45:49.985" v="274"/>
          <ac:spMkLst>
            <pc:docMk/>
            <pc:sldMk cId="28928170" sldId="288"/>
            <ac:spMk id="74" creationId="{ABCF6C10-6B03-554D-DA8F-41DD641E3F2E}"/>
          </ac:spMkLst>
        </pc:spChg>
        <pc:spChg chg="mod">
          <ac:chgData name="SALAS ORTIZ FELIPE P" userId="S::f.salasortiz@uandresbello.edu::50b57c22-9f6d-44aa-ae83-adb288526a08" providerId="AD" clId="Web-{00000000-0000-0000-0000-000000000000}" dt="2026-09-15T21:46:15.581" v="292"/>
          <ac:spMkLst>
            <pc:docMk/>
            <pc:sldMk cId="28928170" sldId="288"/>
            <ac:spMk id="77" creationId="{B19A033C-9DC4-184C-1266-044233315E6C}"/>
          </ac:spMkLst>
        </pc:spChg>
        <pc:spChg chg="mod">
          <ac:chgData name="SALAS ORTIZ FELIPE P" userId="S::f.salasortiz@uandresbello.edu::50b57c22-9f6d-44aa-ae83-adb288526a08" providerId="AD" clId="Web-{00000000-0000-0000-0000-000000000000}" dt="2026-09-15T21:45:28.624" v="264"/>
          <ac:spMkLst>
            <pc:docMk/>
            <pc:sldMk cId="28928170" sldId="288"/>
            <ac:spMk id="78" creationId="{2C0C01C1-69CB-7684-80F9-DA8F2DC52598}"/>
          </ac:spMkLst>
        </pc:spChg>
        <pc:spChg chg="mod">
          <ac:chgData name="SALAS ORTIZ FELIPE P" userId="S::f.salasortiz@uandresbello.edu::50b57c22-9f6d-44aa-ae83-adb288526a08" providerId="AD" clId="Web-{00000000-0000-0000-0000-000000000000}" dt="2026-09-15T21:45:49.985" v="275"/>
          <ac:spMkLst>
            <pc:docMk/>
            <pc:sldMk cId="28928170" sldId="288"/>
            <ac:spMk id="79" creationId="{AB03F39E-997D-D5DC-1118-753CB8481EF5}"/>
          </ac:spMkLst>
        </pc:spChg>
        <pc:spChg chg="mod">
          <ac:chgData name="SALAS ORTIZ FELIPE P" userId="S::f.salasortiz@uandresbello.edu::50b57c22-9f6d-44aa-ae83-adb288526a08" providerId="AD" clId="Web-{00000000-0000-0000-0000-000000000000}" dt="2026-09-15T21:46:15.581" v="293"/>
          <ac:spMkLst>
            <pc:docMk/>
            <pc:sldMk cId="28928170" sldId="288"/>
            <ac:spMk id="82" creationId="{E4AF5727-B336-DC87-9085-F5957A686167}"/>
          </ac:spMkLst>
        </pc:spChg>
        <pc:spChg chg="mod">
          <ac:chgData name="SALAS ORTIZ FELIPE P" userId="S::f.salasortiz@uandresbello.edu::50b57c22-9f6d-44aa-ae83-adb288526a08" providerId="AD" clId="Web-{00000000-0000-0000-0000-000000000000}" dt="2026-09-15T21:42:56.315" v="258"/>
          <ac:spMkLst>
            <pc:docMk/>
            <pc:sldMk cId="28928170" sldId="288"/>
            <ac:spMk id="83" creationId="{FD2B807E-60F8-96C8-6D88-BD09F19D74BE}"/>
          </ac:spMkLst>
        </pc:spChg>
        <pc:spChg chg="mod">
          <ac:chgData name="SALAS ORTIZ FELIPE P" userId="S::f.salasortiz@uandresbello.edu::50b57c22-9f6d-44aa-ae83-adb288526a08" providerId="AD" clId="Web-{00000000-0000-0000-0000-000000000000}" dt="2026-09-15T21:45:49.985" v="276"/>
          <ac:spMkLst>
            <pc:docMk/>
            <pc:sldMk cId="28928170" sldId="288"/>
            <ac:spMk id="84" creationId="{F1F8DC16-DC96-4C68-9A11-A49A1535AD77}"/>
          </ac:spMkLst>
        </pc:spChg>
        <pc:spChg chg="add mod">
          <ac:chgData name="SALAS ORTIZ FELIPE P" userId="S::f.salasortiz@uandresbello.edu::50b57c22-9f6d-44aa-ae83-adb288526a08" providerId="AD" clId="Web-{00000000-0000-0000-0000-000000000000}" dt="2026-09-15T21:46:15.581" v="294"/>
          <ac:spMkLst>
            <pc:docMk/>
            <pc:sldMk cId="28928170" sldId="288"/>
            <ac:spMk id="87" creationId="{2F80F287-8C5B-348D-EB35-B877A7135ED7}"/>
          </ac:spMkLst>
        </pc:spChg>
        <pc:spChg chg="mod">
          <ac:chgData name="SALAS ORTIZ FELIPE P" userId="S::f.salasortiz@uandresbello.edu::50b57c22-9f6d-44aa-ae83-adb288526a08" providerId="AD" clId="Web-{00000000-0000-0000-0000-000000000000}" dt="2026-09-15T21:45:28.624" v="265"/>
          <ac:spMkLst>
            <pc:docMk/>
            <pc:sldMk cId="28928170" sldId="288"/>
            <ac:spMk id="88" creationId="{BAEA942D-3412-F113-9EDE-ED43E0E80BE7}"/>
          </ac:spMkLst>
        </pc:spChg>
        <pc:spChg chg="mod">
          <ac:chgData name="SALAS ORTIZ FELIPE P" userId="S::f.salasortiz@uandresbello.edu::50b57c22-9f6d-44aa-ae83-adb288526a08" providerId="AD" clId="Web-{00000000-0000-0000-0000-000000000000}" dt="2026-09-15T21:45:49.985" v="277"/>
          <ac:spMkLst>
            <pc:docMk/>
            <pc:sldMk cId="28928170" sldId="288"/>
            <ac:spMk id="89" creationId="{55D8EDD8-2F74-7CA2-C594-2857375D2156}"/>
          </ac:spMkLst>
        </pc:spChg>
        <pc:spChg chg="mod">
          <ac:chgData name="SALAS ORTIZ FELIPE P" userId="S::f.salasortiz@uandresbello.edu::50b57c22-9f6d-44aa-ae83-adb288526a08" providerId="AD" clId="Web-{00000000-0000-0000-0000-000000000000}" dt="2026-09-15T21:46:15.581" v="295"/>
          <ac:spMkLst>
            <pc:docMk/>
            <pc:sldMk cId="28928170" sldId="288"/>
            <ac:spMk id="92" creationId="{57D6F0FD-B547-D18E-2D81-DA4F2A7D7F54}"/>
          </ac:spMkLst>
        </pc:spChg>
        <pc:spChg chg="mod">
          <ac:chgData name="SALAS ORTIZ FELIPE P" userId="S::f.salasortiz@uandresbello.edu::50b57c22-9f6d-44aa-ae83-adb288526a08" providerId="AD" clId="Web-{00000000-0000-0000-0000-000000000000}" dt="2026-09-15T21:45:28.624" v="266"/>
          <ac:spMkLst>
            <pc:docMk/>
            <pc:sldMk cId="28928170" sldId="288"/>
            <ac:spMk id="93" creationId="{0EAE9356-B188-43A0-6006-1DEF2CD994CA}"/>
          </ac:spMkLst>
        </pc:spChg>
        <pc:spChg chg="mod">
          <ac:chgData name="SALAS ORTIZ FELIPE P" userId="S::f.salasortiz@uandresbello.edu::50b57c22-9f6d-44aa-ae83-adb288526a08" providerId="AD" clId="Web-{00000000-0000-0000-0000-000000000000}" dt="2026-09-15T21:45:49.985" v="278"/>
          <ac:spMkLst>
            <pc:docMk/>
            <pc:sldMk cId="28928170" sldId="288"/>
            <ac:spMk id="94" creationId="{20C24669-896A-EEA8-917E-FD7E3384C180}"/>
          </ac:spMkLst>
        </pc:spChg>
        <pc:spChg chg="add">
          <ac:chgData name="SALAS ORTIZ FELIPE P" userId="S::f.salasortiz@uandresbello.edu::50b57c22-9f6d-44aa-ae83-adb288526a08" providerId="AD" clId="Web-{00000000-0000-0000-0000-000000000000}" dt="2026-09-15T21:35:50.783" v="210"/>
          <ac:spMkLst>
            <pc:docMk/>
            <pc:sldMk cId="28928170" sldId="288"/>
            <ac:spMk id="96" creationId="{FD52E9A6-E8D0-9E91-DA50-1421BA3FA46E}"/>
          </ac:spMkLst>
        </pc:spChg>
        <pc:spChg chg="add mod">
          <ac:chgData name="SALAS ORTIZ FELIPE P" userId="S::f.salasortiz@uandresbello.edu::50b57c22-9f6d-44aa-ae83-adb288526a08" providerId="AD" clId="Web-{00000000-0000-0000-0000-000000000000}" dt="2026-09-15T21:46:15.581" v="296"/>
          <ac:spMkLst>
            <pc:docMk/>
            <pc:sldMk cId="28928170" sldId="288"/>
            <ac:spMk id="97" creationId="{EC0866D9-52D5-0F10-D5DA-08211B738015}"/>
          </ac:spMkLst>
        </pc:spChg>
        <pc:spChg chg="add mod">
          <ac:chgData name="SALAS ORTIZ FELIPE P" userId="S::f.salasortiz@uandresbello.edu::50b57c22-9f6d-44aa-ae83-adb288526a08" providerId="AD" clId="Web-{00000000-0000-0000-0000-000000000000}" dt="2026-09-15T21:45:28.624" v="267"/>
          <ac:spMkLst>
            <pc:docMk/>
            <pc:sldMk cId="28928170" sldId="288"/>
            <ac:spMk id="98" creationId="{70632EC5-0950-E5BD-DD55-E2FA34933C12}"/>
          </ac:spMkLst>
        </pc:spChg>
        <pc:spChg chg="add mod">
          <ac:chgData name="SALAS ORTIZ FELIPE P" userId="S::f.salasortiz@uandresbello.edu::50b57c22-9f6d-44aa-ae83-adb288526a08" providerId="AD" clId="Web-{00000000-0000-0000-0000-000000000000}" dt="2026-09-15T21:45:49.985" v="279"/>
          <ac:spMkLst>
            <pc:docMk/>
            <pc:sldMk cId="28928170" sldId="288"/>
            <ac:spMk id="99" creationId="{D0C7E06E-1B11-0B33-3C18-3FD72B388E23}"/>
          </ac:spMkLst>
        </pc:spChg>
        <pc:spChg chg="mod">
          <ac:chgData name="SALAS ORTIZ FELIPE P" userId="S::f.salasortiz@uandresbello.edu::50b57c22-9f6d-44aa-ae83-adb288526a08" providerId="AD" clId="Web-{00000000-0000-0000-0000-000000000000}" dt="2026-09-15T21:46:15.924" v="297"/>
          <ac:spMkLst>
            <pc:docMk/>
            <pc:sldMk cId="28928170" sldId="288"/>
            <ac:spMk id="102" creationId="{EDC690BB-631B-B576-E8D7-F4620330C6BC}"/>
          </ac:spMkLst>
        </pc:spChg>
        <pc:spChg chg="mod">
          <ac:chgData name="SALAS ORTIZ FELIPE P" userId="S::f.salasortiz@uandresbello.edu::50b57c22-9f6d-44aa-ae83-adb288526a08" providerId="AD" clId="Web-{00000000-0000-0000-0000-000000000000}" dt="2026-09-15T21:45:28.796" v="268"/>
          <ac:spMkLst>
            <pc:docMk/>
            <pc:sldMk cId="28928170" sldId="288"/>
            <ac:spMk id="103" creationId="{7F59FE03-C073-53C7-1F1B-B2785F41248E}"/>
          </ac:spMkLst>
        </pc:spChg>
        <pc:spChg chg="add mod">
          <ac:chgData name="SALAS ORTIZ FELIPE P" userId="S::f.salasortiz@uandresbello.edu::50b57c22-9f6d-44aa-ae83-adb288526a08" providerId="AD" clId="Web-{00000000-0000-0000-0000-000000000000}" dt="2026-09-15T21:45:50.282" v="280"/>
          <ac:spMkLst>
            <pc:docMk/>
            <pc:sldMk cId="28928170" sldId="288"/>
            <ac:spMk id="104" creationId="{740FBD42-BB98-F58B-1BCD-D18AC6C2A7F1}"/>
          </ac:spMkLst>
        </pc:spChg>
        <pc:spChg chg="add mod">
          <ac:chgData name="SALAS ORTIZ FELIPE P" userId="S::f.salasortiz@uandresbello.edu::50b57c22-9f6d-44aa-ae83-adb288526a08" providerId="AD" clId="Web-{00000000-0000-0000-0000-000000000000}" dt="2026-09-15T22:14:00.374" v="497" actId="20577"/>
          <ac:spMkLst>
            <pc:docMk/>
            <pc:sldMk cId="28928170" sldId="288"/>
            <ac:spMk id="109" creationId="{7DFFB93A-A72A-DC90-5E11-1C0E0E0C3726}"/>
          </ac:spMkLst>
        </pc:spChg>
        <pc:picChg chg="mod">
          <ac:chgData name="SALAS ORTIZ FELIPE P" userId="S::f.salasortiz@uandresbello.edu::50b57c22-9f6d-44aa-ae83-adb288526a08" providerId="AD" clId="Web-{00000000-0000-0000-0000-000000000000}" dt="2026-09-15T21:35:18.296" v="207"/>
          <ac:picMkLst>
            <pc:docMk/>
            <pc:sldMk cId="28928170" sldId="288"/>
            <ac:picMk id="2" creationId="{00000000-0000-0000-0000-000000000000}"/>
          </ac:picMkLst>
        </pc:picChg>
        <pc:picChg chg="mod">
          <ac:chgData name="SALAS ORTIZ FELIPE P" userId="S::f.salasortiz@uandresbello.edu::50b57c22-9f6d-44aa-ae83-adb288526a08" providerId="AD" clId="Web-{00000000-0000-0000-0000-000000000000}" dt="2026-09-15T21:35:37.219" v="209" actId="14100"/>
          <ac:picMkLst>
            <pc:docMk/>
            <pc:sldMk cId="28928170" sldId="288"/>
            <ac:picMk id="7" creationId="{00000000-0000-0000-0000-000000000000}"/>
          </ac:picMkLst>
        </pc:picChg>
      </pc:sldChg>
      <pc:sldChg chg="addSp delSp modSp">
        <pc:chgData name="SALAS ORTIZ FELIPE P" userId="S::f.salasortiz@uandresbello.edu::50b57c22-9f6d-44aa-ae83-adb288526a08" providerId="AD" clId="Web-{00000000-0000-0000-0000-000000000000}" dt="2026-09-15T22:22:21.549" v="810"/>
        <pc:sldMkLst>
          <pc:docMk/>
          <pc:sldMk cId="3013883602" sldId="289"/>
        </pc:sldMkLst>
        <pc:spChg chg="add">
          <ac:chgData name="SALAS ORTIZ FELIPE P" userId="S::f.salasortiz@uandresbello.edu::50b57c22-9f6d-44aa-ae83-adb288526a08" providerId="AD" clId="Web-{00000000-0000-0000-0000-000000000000}" dt="2026-09-15T21:38:49" v="243"/>
          <ac:spMkLst>
            <pc:docMk/>
            <pc:sldMk cId="3013883602" sldId="289"/>
            <ac:spMk id="4" creationId="{BC34DECA-3AE8-7FF9-B251-62E2B5A1F6C7}"/>
          </ac:spMkLst>
        </pc:spChg>
        <pc:spChg chg="add">
          <ac:chgData name="SALAS ORTIZ FELIPE P" userId="S::f.salasortiz@uandresbello.edu::50b57c22-9f6d-44aa-ae83-adb288526a08" providerId="AD" clId="Web-{00000000-0000-0000-0000-000000000000}" dt="2026-09-15T21:38:49" v="243"/>
          <ac:spMkLst>
            <pc:docMk/>
            <pc:sldMk cId="3013883602" sldId="289"/>
            <ac:spMk id="5" creationId="{03E50251-D86A-BE06-5FC5-572400EFE425}"/>
          </ac:spMkLst>
        </pc:spChg>
        <pc:spChg chg="add mod">
          <ac:chgData name="SALAS ORTIZ FELIPE P" userId="S::f.salasortiz@uandresbello.edu::50b57c22-9f6d-44aa-ae83-adb288526a08" providerId="AD" clId="Web-{00000000-0000-0000-0000-000000000000}" dt="2026-09-15T21:41:36.684" v="252"/>
          <ac:spMkLst>
            <pc:docMk/>
            <pc:sldMk cId="3013883602" sldId="289"/>
            <ac:spMk id="6" creationId="{7FFD2B9A-4A94-1BF2-9922-03918EBC606D}"/>
          </ac:spMkLst>
        </pc:spChg>
        <pc:spChg chg="add mod">
          <ac:chgData name="SALAS ORTIZ FELIPE P" userId="S::f.salasortiz@uandresbello.edu::50b57c22-9f6d-44aa-ae83-adb288526a08" providerId="AD" clId="Web-{00000000-0000-0000-0000-000000000000}" dt="2026-09-15T21:40:51.462" v="247" actId="20577"/>
          <ac:spMkLst>
            <pc:docMk/>
            <pc:sldMk cId="3013883602" sldId="289"/>
            <ac:spMk id="8" creationId="{8C70ABF7-43C9-F30A-DEFD-7F253A76CB7D}"/>
          </ac:spMkLst>
        </pc:spChg>
        <pc:spChg chg="add mod">
          <ac:chgData name="SALAS ORTIZ FELIPE P" userId="S::f.salasortiz@uandresbello.edu::50b57c22-9f6d-44aa-ae83-adb288526a08" providerId="AD" clId="Web-{00000000-0000-0000-0000-000000000000}" dt="2026-09-15T21:42:02.905" v="253"/>
          <ac:spMkLst>
            <pc:docMk/>
            <pc:sldMk cId="3013883602" sldId="289"/>
            <ac:spMk id="10" creationId="{49250BEB-8462-342A-7201-7FEB72D04E27}"/>
          </ac:spMkLst>
        </pc:spChg>
        <pc:spChg chg="add mod">
          <ac:chgData name="SALAS ORTIZ FELIPE P" userId="S::f.salasortiz@uandresbello.edu::50b57c22-9f6d-44aa-ae83-adb288526a08" providerId="AD" clId="Web-{00000000-0000-0000-0000-000000000000}" dt="2026-09-15T21:40:56.088" v="248" actId="20577"/>
          <ac:spMkLst>
            <pc:docMk/>
            <pc:sldMk cId="3013883602" sldId="289"/>
            <ac:spMk id="11" creationId="{DEDC3B90-401A-A59D-90CF-B348F1E617F6}"/>
          </ac:spMkLst>
        </pc:spChg>
        <pc:spChg chg="add">
          <ac:chgData name="SALAS ORTIZ FELIPE P" userId="S::f.salasortiz@uandresbello.edu::50b57c22-9f6d-44aa-ae83-adb288526a08" providerId="AD" clId="Web-{00000000-0000-0000-0000-000000000000}" dt="2026-09-15T21:38:49" v="243"/>
          <ac:spMkLst>
            <pc:docMk/>
            <pc:sldMk cId="3013883602" sldId="289"/>
            <ac:spMk id="12" creationId="{4FE15370-0AA9-6685-56EB-685F8EB56598}"/>
          </ac:spMkLst>
        </pc:spChg>
        <pc:spChg chg="mod">
          <ac:chgData name="SALAS ORTIZ FELIPE P" userId="S::f.salasortiz@uandresbello.edu::50b57c22-9f6d-44aa-ae83-adb288526a08" providerId="AD" clId="Web-{00000000-0000-0000-0000-000000000000}" dt="2026-09-15T21:42:08.515" v="254"/>
          <ac:spMkLst>
            <pc:docMk/>
            <pc:sldMk cId="3013883602" sldId="289"/>
            <ac:spMk id="13" creationId="{AA919BAA-9D95-D711-248F-750F957049C0}"/>
          </ac:spMkLst>
        </pc:spChg>
        <pc:spChg chg="add mod">
          <ac:chgData name="SALAS ORTIZ FELIPE P" userId="S::f.salasortiz@uandresbello.edu::50b57c22-9f6d-44aa-ae83-adb288526a08" providerId="AD" clId="Web-{00000000-0000-0000-0000-000000000000}" dt="2026-09-15T21:40:59.400" v="249" actId="20577"/>
          <ac:spMkLst>
            <pc:docMk/>
            <pc:sldMk cId="3013883602" sldId="289"/>
            <ac:spMk id="14" creationId="{4A2F0098-A679-7688-82A4-A697E20FE1D5}"/>
          </ac:spMkLst>
        </pc:spChg>
        <pc:spChg chg="mod">
          <ac:chgData name="SALAS ORTIZ FELIPE P" userId="S::f.salasortiz@uandresbello.edu::50b57c22-9f6d-44aa-ae83-adb288526a08" providerId="AD" clId="Web-{00000000-0000-0000-0000-000000000000}" dt="2026-09-15T21:38:22.263" v="241" actId="1076"/>
          <ac:spMkLst>
            <pc:docMk/>
            <pc:sldMk cId="3013883602" sldId="289"/>
            <ac:spMk id="17" creationId="{00000000-0000-0000-0000-000000000000}"/>
          </ac:spMkLst>
        </pc:spChg>
        <pc:picChg chg="mod">
          <ac:chgData name="SALAS ORTIZ FELIPE P" userId="S::f.salasortiz@uandresbello.edu::50b57c22-9f6d-44aa-ae83-adb288526a08" providerId="AD" clId="Web-{00000000-0000-0000-0000-000000000000}" dt="2026-09-15T21:38:27.045" v="242" actId="1076"/>
          <ac:picMkLst>
            <pc:docMk/>
            <pc:sldMk cId="3013883602" sldId="289"/>
            <ac:picMk id="2" creationId="{00000000-0000-0000-0000-000000000000}"/>
          </ac:picMkLst>
        </pc:picChg>
        <pc:picChg chg="mod">
          <ac:chgData name="SALAS ORTIZ FELIPE P" userId="S::f.salasortiz@uandresbello.edu::50b57c22-9f6d-44aa-ae83-adb288526a08" providerId="AD" clId="Web-{00000000-0000-0000-0000-000000000000}" dt="2026-09-15T21:35:18.296" v="207"/>
          <ac:picMkLst>
            <pc:docMk/>
            <pc:sldMk cId="3013883602" sldId="289"/>
            <ac:picMk id="7" creationId="{00000000-0000-0000-0000-000000000000}"/>
          </ac:picMkLst>
        </pc:picChg>
      </pc:sldChg>
      <pc:sldChg chg="delSp modSp">
        <pc:chgData name="SALAS ORTIZ FELIPE P" userId="S::f.salasortiz@uandresbello.edu::50b57c22-9f6d-44aa-ae83-adb288526a08" providerId="AD" clId="Web-{00000000-0000-0000-0000-000000000000}" dt="2026-09-15T22:07:54.848" v="481"/>
        <pc:sldMkLst>
          <pc:docMk/>
          <pc:sldMk cId="1976574588" sldId="290"/>
        </pc:sldMkLst>
        <pc:spChg chg="mod">
          <ac:chgData name="SALAS ORTIZ FELIPE P" userId="S::f.salasortiz@uandresbello.edu::50b57c22-9f6d-44aa-ae83-adb288526a08" providerId="AD" clId="Web-{00000000-0000-0000-0000-000000000000}" dt="2026-09-15T22:07:54.848" v="481"/>
          <ac:spMkLst>
            <pc:docMk/>
            <pc:sldMk cId="1976574588" sldId="290"/>
            <ac:spMk id="6" creationId="{71F65EB3-7AE1-6C54-3A32-F7416464CCFC}"/>
          </ac:spMkLst>
        </pc:spChg>
        <pc:spChg chg="mod">
          <ac:chgData name="SALAS ORTIZ FELIPE P" userId="S::f.salasortiz@uandresbello.edu::50b57c22-9f6d-44aa-ae83-adb288526a08" providerId="AD" clId="Web-{00000000-0000-0000-0000-000000000000}" dt="2026-09-15T21:51:56.826" v="361" actId="20577"/>
          <ac:spMkLst>
            <pc:docMk/>
            <pc:sldMk cId="1976574588" sldId="290"/>
            <ac:spMk id="8" creationId="{98AB11BD-AC26-A2D3-A1AA-F1AECB62D479}"/>
          </ac:spMkLst>
        </pc:spChg>
        <pc:spChg chg="mod">
          <ac:chgData name="SALAS ORTIZ FELIPE P" userId="S::f.salasortiz@uandresbello.edu::50b57c22-9f6d-44aa-ae83-adb288526a08" providerId="AD" clId="Web-{00000000-0000-0000-0000-000000000000}" dt="2026-09-15T21:35:18.296" v="207"/>
          <ac:spMkLst>
            <pc:docMk/>
            <pc:sldMk cId="1976574588" sldId="290"/>
            <ac:spMk id="17" creationId="{00000000-0000-0000-0000-000000000000}"/>
          </ac:spMkLst>
        </pc:spChg>
        <pc:spChg chg="mod">
          <ac:chgData name="SALAS ORTIZ FELIPE P" userId="S::f.salasortiz@uandresbello.edu::50b57c22-9f6d-44aa-ae83-adb288526a08" providerId="AD" clId="Web-{00000000-0000-0000-0000-000000000000}" dt="2026-09-15T21:51:43.637" v="359"/>
          <ac:spMkLst>
            <pc:docMk/>
            <pc:sldMk cId="1976574588" sldId="290"/>
            <ac:spMk id="19" creationId="{50B06022-710A-AFD7-D1D1-7A4B601DF5BE}"/>
          </ac:spMkLst>
        </pc:spChg>
        <pc:spChg chg="mod">
          <ac:chgData name="SALAS ORTIZ FELIPE P" userId="S::f.salasortiz@uandresbello.edu::50b57c22-9f6d-44aa-ae83-adb288526a08" providerId="AD" clId="Web-{00000000-0000-0000-0000-000000000000}" dt="2026-09-15T21:52:00.685" v="362" actId="20577"/>
          <ac:spMkLst>
            <pc:docMk/>
            <pc:sldMk cId="1976574588" sldId="290"/>
            <ac:spMk id="20" creationId="{551EA2FF-AAF2-F858-B937-FF76F50215D7}"/>
          </ac:spMkLst>
        </pc:spChg>
        <pc:spChg chg="mod">
          <ac:chgData name="SALAS ORTIZ FELIPE P" userId="S::f.salasortiz@uandresbello.edu::50b57c22-9f6d-44aa-ae83-adb288526a08" providerId="AD" clId="Web-{00000000-0000-0000-0000-000000000000}" dt="2026-09-15T21:51:46.809" v="360"/>
          <ac:spMkLst>
            <pc:docMk/>
            <pc:sldMk cId="1976574588" sldId="290"/>
            <ac:spMk id="30" creationId="{0603F47B-0BF0-A82C-57C8-3930CD33FA09}"/>
          </ac:spMkLst>
        </pc:spChg>
        <pc:spChg chg="mod">
          <ac:chgData name="SALAS ORTIZ FELIPE P" userId="S::f.salasortiz@uandresbello.edu::50b57c22-9f6d-44aa-ae83-adb288526a08" providerId="AD" clId="Web-{00000000-0000-0000-0000-000000000000}" dt="2026-09-15T21:52:05.280" v="363" actId="20577"/>
          <ac:spMkLst>
            <pc:docMk/>
            <pc:sldMk cId="1976574588" sldId="290"/>
            <ac:spMk id="31" creationId="{28F52EE4-5063-A73D-C0CC-0B2B0128B5E9}"/>
          </ac:spMkLst>
        </pc:spChg>
        <pc:picChg chg="mod">
          <ac:chgData name="SALAS ORTIZ FELIPE P" userId="S::f.salasortiz@uandresbello.edu::50b57c22-9f6d-44aa-ae83-adb288526a08" providerId="AD" clId="Web-{00000000-0000-0000-0000-000000000000}" dt="2026-09-15T21:35:18.296" v="207"/>
          <ac:picMkLst>
            <pc:docMk/>
            <pc:sldMk cId="1976574588" sldId="290"/>
            <ac:picMk id="2" creationId="{00000000-0000-0000-0000-000000000000}"/>
          </ac:picMkLst>
        </pc:picChg>
        <pc:picChg chg="mod">
          <ac:chgData name="SALAS ORTIZ FELIPE P" userId="S::f.salasortiz@uandresbello.edu::50b57c22-9f6d-44aa-ae83-adb288526a08" providerId="AD" clId="Web-{00000000-0000-0000-0000-000000000000}" dt="2026-09-15T21:35:18.296" v="207"/>
          <ac:picMkLst>
            <pc:docMk/>
            <pc:sldMk cId="1976574588" sldId="290"/>
            <ac:picMk id="7" creationId="{00000000-0000-0000-0000-000000000000}"/>
          </ac:picMkLst>
        </pc:picChg>
      </pc:sldChg>
      <pc:sldChg chg="addSp delSp modSp">
        <pc:chgData name="SALAS ORTIZ FELIPE P" userId="S::f.salasortiz@uandresbello.edu::50b57c22-9f6d-44aa-ae83-adb288526a08" providerId="AD" clId="Web-{00000000-0000-0000-0000-000000000000}" dt="2026-09-15T22:11:53.208" v="490" actId="20577"/>
        <pc:sldMkLst>
          <pc:docMk/>
          <pc:sldMk cId="2050308569" sldId="291"/>
        </pc:sldMkLst>
        <pc:spChg chg="mod">
          <ac:chgData name="SALAS ORTIZ FELIPE P" userId="S::f.salasortiz@uandresbello.edu::50b57c22-9f6d-44aa-ae83-adb288526a08" providerId="AD" clId="Web-{00000000-0000-0000-0000-000000000000}" dt="2026-09-15T22:11:53.208" v="490" actId="20577"/>
          <ac:spMkLst>
            <pc:docMk/>
            <pc:sldMk cId="2050308569" sldId="291"/>
            <ac:spMk id="5" creationId="{5C5799ED-9E45-4D82-99EE-CD480DBBE211}"/>
          </ac:spMkLst>
        </pc:spChg>
        <pc:spChg chg="mod">
          <ac:chgData name="SALAS ORTIZ FELIPE P" userId="S::f.salasortiz@uandresbello.edu::50b57c22-9f6d-44aa-ae83-adb288526a08" providerId="AD" clId="Web-{00000000-0000-0000-0000-000000000000}" dt="2026-09-15T21:57:31.711" v="373" actId="20577"/>
          <ac:spMkLst>
            <pc:docMk/>
            <pc:sldMk cId="2050308569" sldId="291"/>
            <ac:spMk id="6" creationId="{E562B313-06A0-C883-ED9D-0F83EA049F27}"/>
          </ac:spMkLst>
        </pc:spChg>
        <pc:spChg chg="mod">
          <ac:chgData name="SALAS ORTIZ FELIPE P" userId="S::f.salasortiz@uandresbello.edu::50b57c22-9f6d-44aa-ae83-adb288526a08" providerId="AD" clId="Web-{00000000-0000-0000-0000-000000000000}" dt="2026-09-15T21:59:04.858" v="399" actId="20577"/>
          <ac:spMkLst>
            <pc:docMk/>
            <pc:sldMk cId="2050308569" sldId="291"/>
            <ac:spMk id="10" creationId="{0AA47E9C-106E-24D3-7695-28873C3A94D9}"/>
          </ac:spMkLst>
        </pc:spChg>
        <pc:spChg chg="mod">
          <ac:chgData name="SALAS ORTIZ FELIPE P" userId="S::f.salasortiz@uandresbello.edu::50b57c22-9f6d-44aa-ae83-adb288526a08" providerId="AD" clId="Web-{00000000-0000-0000-0000-000000000000}" dt="2026-09-15T21:35:18.296" v="207"/>
          <ac:spMkLst>
            <pc:docMk/>
            <pc:sldMk cId="2050308569" sldId="291"/>
            <ac:spMk id="17" creationId="{00000000-0000-0000-0000-000000000000}"/>
          </ac:spMkLst>
        </pc:spChg>
        <pc:spChg chg="mod">
          <ac:chgData name="SALAS ORTIZ FELIPE P" userId="S::f.salasortiz@uandresbello.edu::50b57c22-9f6d-44aa-ae83-adb288526a08" providerId="AD" clId="Web-{00000000-0000-0000-0000-000000000000}" dt="2026-09-15T22:07:37.707" v="480" actId="1076"/>
          <ac:spMkLst>
            <pc:docMk/>
            <pc:sldMk cId="2050308569" sldId="291"/>
            <ac:spMk id="22" creationId="{FF94D519-40EF-17BE-3699-AF2132FD2618}"/>
          </ac:spMkLst>
        </pc:spChg>
        <pc:picChg chg="mod">
          <ac:chgData name="SALAS ORTIZ FELIPE P" userId="S::f.salasortiz@uandresbello.edu::50b57c22-9f6d-44aa-ae83-adb288526a08" providerId="AD" clId="Web-{00000000-0000-0000-0000-000000000000}" dt="2026-09-15T21:35:18.296" v="207"/>
          <ac:picMkLst>
            <pc:docMk/>
            <pc:sldMk cId="2050308569" sldId="291"/>
            <ac:picMk id="2" creationId="{00000000-0000-0000-0000-000000000000}"/>
          </ac:picMkLst>
        </pc:picChg>
        <pc:picChg chg="mod">
          <ac:chgData name="SALAS ORTIZ FELIPE P" userId="S::f.salasortiz@uandresbello.edu::50b57c22-9f6d-44aa-ae83-adb288526a08" providerId="AD" clId="Web-{00000000-0000-0000-0000-000000000000}" dt="2026-09-15T21:35:18.296" v="207"/>
          <ac:picMkLst>
            <pc:docMk/>
            <pc:sldMk cId="2050308569" sldId="291"/>
            <ac:picMk id="7" creationId="{00000000-0000-0000-0000-000000000000}"/>
          </ac:picMkLst>
        </pc:picChg>
      </pc:sldChg>
      <pc:sldChg chg="modSp">
        <pc:chgData name="SALAS ORTIZ FELIPE P" userId="S::f.salasortiz@uandresbello.edu::50b57c22-9f6d-44aa-ae83-adb288526a08" providerId="AD" clId="Web-{00000000-0000-0000-0000-000000000000}" dt="2026-09-15T22:15:22.895" v="573" actId="20577"/>
        <pc:sldMkLst>
          <pc:docMk/>
          <pc:sldMk cId="4057004946" sldId="292"/>
        </pc:sldMkLst>
        <pc:spChg chg="mod">
          <ac:chgData name="SALAS ORTIZ FELIPE P" userId="S::f.salasortiz@uandresbello.edu::50b57c22-9f6d-44aa-ae83-adb288526a08" providerId="AD" clId="Web-{00000000-0000-0000-0000-000000000000}" dt="2026-09-15T21:35:18.296" v="207"/>
          <ac:spMkLst>
            <pc:docMk/>
            <pc:sldMk cId="4057004946" sldId="292"/>
            <ac:spMk id="17" creationId="{00000000-0000-0000-0000-000000000000}"/>
          </ac:spMkLst>
        </pc:spChg>
        <pc:picChg chg="mod">
          <ac:chgData name="SALAS ORTIZ FELIPE P" userId="S::f.salasortiz@uandresbello.edu::50b57c22-9f6d-44aa-ae83-adb288526a08" providerId="AD" clId="Web-{00000000-0000-0000-0000-000000000000}" dt="2026-09-15T21:35:18.296" v="207"/>
          <ac:picMkLst>
            <pc:docMk/>
            <pc:sldMk cId="4057004946" sldId="292"/>
            <ac:picMk id="2" creationId="{00000000-0000-0000-0000-000000000000}"/>
          </ac:picMkLst>
        </pc:picChg>
        <pc:picChg chg="mod">
          <ac:chgData name="SALAS ORTIZ FELIPE P" userId="S::f.salasortiz@uandresbello.edu::50b57c22-9f6d-44aa-ae83-adb288526a08" providerId="AD" clId="Web-{00000000-0000-0000-0000-000000000000}" dt="2026-09-15T21:35:18.296" v="207"/>
          <ac:picMkLst>
            <pc:docMk/>
            <pc:sldMk cId="4057004946" sldId="292"/>
            <ac:picMk id="7" creationId="{00000000-0000-0000-0000-000000000000}"/>
          </ac:picMkLst>
        </pc:picChg>
      </pc:sldChg>
      <pc:sldChg chg="modSp">
        <pc:chgData name="SALAS ORTIZ FELIPE P" userId="S::f.salasortiz@uandresbello.edu::50b57c22-9f6d-44aa-ae83-adb288526a08" providerId="AD" clId="Web-{00000000-0000-0000-0000-000000000000}" dt="2026-09-15T21:35:18.296" v="207"/>
        <pc:sldMkLst>
          <pc:docMk/>
          <pc:sldMk cId="189081242" sldId="293"/>
        </pc:sldMkLst>
        <pc:spChg chg="mod">
          <ac:chgData name="SALAS ORTIZ FELIPE P" userId="S::f.salasortiz@uandresbello.edu::50b57c22-9f6d-44aa-ae83-adb288526a08" providerId="AD" clId="Web-{00000000-0000-0000-0000-000000000000}" dt="2026-09-15T21:35:18.296" v="207"/>
          <ac:spMkLst>
            <pc:docMk/>
            <pc:sldMk cId="189081242" sldId="293"/>
            <ac:spMk id="17" creationId="{00000000-0000-0000-0000-000000000000}"/>
          </ac:spMkLst>
        </pc:spChg>
        <pc:picChg chg="mod">
          <ac:chgData name="SALAS ORTIZ FELIPE P" userId="S::f.salasortiz@uandresbello.edu::50b57c22-9f6d-44aa-ae83-adb288526a08" providerId="AD" clId="Web-{00000000-0000-0000-0000-000000000000}" dt="2026-09-15T21:35:18.296" v="207"/>
          <ac:picMkLst>
            <pc:docMk/>
            <pc:sldMk cId="189081242" sldId="293"/>
            <ac:picMk id="2" creationId="{00000000-0000-0000-0000-000000000000}"/>
          </ac:picMkLst>
        </pc:picChg>
        <pc:picChg chg="mod">
          <ac:chgData name="SALAS ORTIZ FELIPE P" userId="S::f.salasortiz@uandresbello.edu::50b57c22-9f6d-44aa-ae83-adb288526a08" providerId="AD" clId="Web-{00000000-0000-0000-0000-000000000000}" dt="2026-09-15T21:35:18.296" v="207"/>
          <ac:picMkLst>
            <pc:docMk/>
            <pc:sldMk cId="189081242" sldId="293"/>
            <ac:picMk id="7" creationId="{00000000-0000-0000-0000-000000000000}"/>
          </ac:picMkLst>
        </pc:picChg>
      </pc:sldChg>
      <pc:sldChg chg="modSp">
        <pc:chgData name="SALAS ORTIZ FELIPE P" userId="S::f.salasortiz@uandresbello.edu::50b57c22-9f6d-44aa-ae83-adb288526a08" providerId="AD" clId="Web-{00000000-0000-0000-0000-000000000000}" dt="2026-09-15T21:35:18.296" v="207"/>
        <pc:sldMkLst>
          <pc:docMk/>
          <pc:sldMk cId="4025615869" sldId="294"/>
        </pc:sldMkLst>
        <pc:spChg chg="mod">
          <ac:chgData name="SALAS ORTIZ FELIPE P" userId="S::f.salasortiz@uandresbello.edu::50b57c22-9f6d-44aa-ae83-adb288526a08" providerId="AD" clId="Web-{00000000-0000-0000-0000-000000000000}" dt="2026-09-15T21:35:18.296" v="207"/>
          <ac:spMkLst>
            <pc:docMk/>
            <pc:sldMk cId="4025615869" sldId="294"/>
            <ac:spMk id="17" creationId="{00000000-0000-0000-0000-000000000000}"/>
          </ac:spMkLst>
        </pc:spChg>
        <pc:picChg chg="mod">
          <ac:chgData name="SALAS ORTIZ FELIPE P" userId="S::f.salasortiz@uandresbello.edu::50b57c22-9f6d-44aa-ae83-adb288526a08" providerId="AD" clId="Web-{00000000-0000-0000-0000-000000000000}" dt="2026-09-15T21:35:18.296" v="207"/>
          <ac:picMkLst>
            <pc:docMk/>
            <pc:sldMk cId="4025615869" sldId="294"/>
            <ac:picMk id="2" creationId="{00000000-0000-0000-0000-000000000000}"/>
          </ac:picMkLst>
        </pc:picChg>
        <pc:picChg chg="mod">
          <ac:chgData name="SALAS ORTIZ FELIPE P" userId="S::f.salasortiz@uandresbello.edu::50b57c22-9f6d-44aa-ae83-adb288526a08" providerId="AD" clId="Web-{00000000-0000-0000-0000-000000000000}" dt="2026-09-15T21:35:18.296" v="207"/>
          <ac:picMkLst>
            <pc:docMk/>
            <pc:sldMk cId="4025615869" sldId="294"/>
            <ac:picMk id="7" creationId="{00000000-0000-0000-0000-000000000000}"/>
          </ac:picMkLst>
        </pc:picChg>
      </pc:sldChg>
      <pc:sldChg chg="modSp">
        <pc:chgData name="SALAS ORTIZ FELIPE P" userId="S::f.salasortiz@uandresbello.edu::50b57c22-9f6d-44aa-ae83-adb288526a08" providerId="AD" clId="Web-{00000000-0000-0000-0000-000000000000}" dt="2026-09-15T21:35:18.296" v="207"/>
        <pc:sldMkLst>
          <pc:docMk/>
          <pc:sldMk cId="1061613997" sldId="295"/>
        </pc:sldMkLst>
        <pc:picChg chg="mod">
          <ac:chgData name="SALAS ORTIZ FELIPE P" userId="S::f.salasortiz@uandresbello.edu::50b57c22-9f6d-44aa-ae83-adb288526a08" providerId="AD" clId="Web-{00000000-0000-0000-0000-000000000000}" dt="2026-09-15T21:35:18.296" v="207"/>
          <ac:picMkLst>
            <pc:docMk/>
            <pc:sldMk cId="1061613997" sldId="295"/>
            <ac:picMk id="2" creationId="{00000000-0000-0000-0000-000000000000}"/>
          </ac:picMkLst>
        </pc:picChg>
        <pc:picChg chg="mod">
          <ac:chgData name="SALAS ORTIZ FELIPE P" userId="S::f.salasortiz@uandresbello.edu::50b57c22-9f6d-44aa-ae83-adb288526a08" providerId="AD" clId="Web-{00000000-0000-0000-0000-000000000000}" dt="2026-09-15T21:35:18.296" v="207"/>
          <ac:picMkLst>
            <pc:docMk/>
            <pc:sldMk cId="1061613997" sldId="295"/>
            <ac:picMk id="7" creationId="{00000000-0000-0000-0000-000000000000}"/>
          </ac:picMkLst>
        </pc:picChg>
      </pc:sldChg>
      <pc:sldChg chg="modSp">
        <pc:chgData name="SALAS ORTIZ FELIPE P" userId="S::f.salasortiz@uandresbello.edu::50b57c22-9f6d-44aa-ae83-adb288526a08" providerId="AD" clId="Web-{00000000-0000-0000-0000-000000000000}" dt="2026-09-15T21:35:18.296" v="207"/>
        <pc:sldMkLst>
          <pc:docMk/>
          <pc:sldMk cId="3593821757" sldId="296"/>
        </pc:sldMkLst>
        <pc:picChg chg="mod">
          <ac:chgData name="SALAS ORTIZ FELIPE P" userId="S::f.salasortiz@uandresbello.edu::50b57c22-9f6d-44aa-ae83-adb288526a08" providerId="AD" clId="Web-{00000000-0000-0000-0000-000000000000}" dt="2026-09-15T21:35:18.296" v="207"/>
          <ac:picMkLst>
            <pc:docMk/>
            <pc:sldMk cId="3593821757" sldId="296"/>
            <ac:picMk id="2" creationId="{00000000-0000-0000-0000-000000000000}"/>
          </ac:picMkLst>
        </pc:picChg>
        <pc:picChg chg="mod">
          <ac:chgData name="SALAS ORTIZ FELIPE P" userId="S::f.salasortiz@uandresbello.edu::50b57c22-9f6d-44aa-ae83-adb288526a08" providerId="AD" clId="Web-{00000000-0000-0000-0000-000000000000}" dt="2026-09-15T21:35:18.296" v="207"/>
          <ac:picMkLst>
            <pc:docMk/>
            <pc:sldMk cId="3593821757" sldId="296"/>
            <ac:picMk id="7" creationId="{00000000-0000-0000-0000-000000000000}"/>
          </ac:picMkLst>
        </pc:picChg>
      </pc:sldChg>
      <pc:sldChg chg="modSp">
        <pc:chgData name="SALAS ORTIZ FELIPE P" userId="S::f.salasortiz@uandresbello.edu::50b57c22-9f6d-44aa-ae83-adb288526a08" providerId="AD" clId="Web-{00000000-0000-0000-0000-000000000000}" dt="2026-10-03T18:34:31.833" v="812" actId="20577"/>
        <pc:sldMkLst>
          <pc:docMk/>
          <pc:sldMk cId="3612182009" sldId="310"/>
        </pc:sldMkLst>
        <pc:spChg chg="mod">
          <ac:chgData name="SALAS ORTIZ FELIPE P" userId="S::f.salasortiz@uandresbello.edu::50b57c22-9f6d-44aa-ae83-adb288526a08" providerId="AD" clId="Web-{00000000-0000-0000-0000-000000000000}" dt="2026-10-03T18:34:31.833" v="812" actId="20577"/>
          <ac:spMkLst>
            <pc:docMk/>
            <pc:sldMk cId="3612182009" sldId="310"/>
            <ac:spMk id="15" creationId="{00000000-0000-0000-0000-000000000000}"/>
          </ac:spMkLst>
        </pc:spChg>
      </pc:sldChg>
      <pc:sldChg chg="modSp">
        <pc:chgData name="SALAS ORTIZ FELIPE P" userId="S::f.salasortiz@uandresbello.edu::50b57c22-9f6d-44aa-ae83-adb288526a08" providerId="AD" clId="Web-{00000000-0000-0000-0000-000000000000}" dt="2026-10-03T18:35:07.553" v="815" actId="20577"/>
        <pc:sldMkLst>
          <pc:docMk/>
          <pc:sldMk cId="3947133572" sldId="311"/>
        </pc:sldMkLst>
        <pc:spChg chg="mod">
          <ac:chgData name="SALAS ORTIZ FELIPE P" userId="S::f.salasortiz@uandresbello.edu::50b57c22-9f6d-44aa-ae83-adb288526a08" providerId="AD" clId="Web-{00000000-0000-0000-0000-000000000000}" dt="2026-10-03T18:35:07.553" v="815" actId="20577"/>
          <ac:spMkLst>
            <pc:docMk/>
            <pc:sldMk cId="3947133572" sldId="311"/>
            <ac:spMk id="20" creationId="{00000000-0000-0000-0000-000000000000}"/>
          </ac:spMkLst>
        </pc:spChg>
      </pc:sldChg>
      <pc:sldMasterChg chg="modSp modSldLayout">
        <pc:chgData name="SALAS ORTIZ FELIPE P" userId="S::f.salasortiz@uandresbello.edu::50b57c22-9f6d-44aa-ae83-adb288526a08" providerId="AD" clId="Web-{00000000-0000-0000-0000-000000000000}" dt="2026-09-15T21:35:18.296" v="207"/>
        <pc:sldMasterMkLst>
          <pc:docMk/>
          <pc:sldMasterMk cId="1034429393" sldId="2147483660"/>
        </pc:sldMasterMkLst>
        <pc:spChg chg="mod">
          <ac:chgData name="SALAS ORTIZ FELIPE P" userId="S::f.salasortiz@uandresbello.edu::50b57c22-9f6d-44aa-ae83-adb288526a08" providerId="AD" clId="Web-{00000000-0000-0000-0000-000000000000}" dt="2026-09-15T21:35:18.296" v="207"/>
          <ac:spMkLst>
            <pc:docMk/>
            <pc:sldMasterMk cId="1034429393" sldId="2147483660"/>
            <ac:spMk id="2" creationId="{00000000-0000-0000-0000-000000000000}"/>
          </ac:spMkLst>
        </pc:spChg>
        <pc:spChg chg="mod">
          <ac:chgData name="SALAS ORTIZ FELIPE P" userId="S::f.salasortiz@uandresbello.edu::50b57c22-9f6d-44aa-ae83-adb288526a08" providerId="AD" clId="Web-{00000000-0000-0000-0000-000000000000}" dt="2026-09-15T21:35:18.296" v="207"/>
          <ac:spMkLst>
            <pc:docMk/>
            <pc:sldMasterMk cId="1034429393" sldId="2147483660"/>
            <ac:spMk id="3" creationId="{00000000-0000-0000-0000-000000000000}"/>
          </ac:spMkLst>
        </pc:spChg>
        <pc:spChg chg="mod">
          <ac:chgData name="SALAS ORTIZ FELIPE P" userId="S::f.salasortiz@uandresbello.edu::50b57c22-9f6d-44aa-ae83-adb288526a08" providerId="AD" clId="Web-{00000000-0000-0000-0000-000000000000}" dt="2026-09-15T21:35:18.296" v="207"/>
          <ac:spMkLst>
            <pc:docMk/>
            <pc:sldMasterMk cId="1034429393" sldId="2147483660"/>
            <ac:spMk id="4" creationId="{00000000-0000-0000-0000-000000000000}"/>
          </ac:spMkLst>
        </pc:spChg>
        <pc:spChg chg="mod">
          <ac:chgData name="SALAS ORTIZ FELIPE P" userId="S::f.salasortiz@uandresbello.edu::50b57c22-9f6d-44aa-ae83-adb288526a08" providerId="AD" clId="Web-{00000000-0000-0000-0000-000000000000}" dt="2026-09-15T21:35:18.296" v="207"/>
          <ac:spMkLst>
            <pc:docMk/>
            <pc:sldMasterMk cId="1034429393" sldId="2147483660"/>
            <ac:spMk id="5" creationId="{00000000-0000-0000-0000-000000000000}"/>
          </ac:spMkLst>
        </pc:spChg>
        <pc:spChg chg="mod">
          <ac:chgData name="SALAS ORTIZ FELIPE P" userId="S::f.salasortiz@uandresbello.edu::50b57c22-9f6d-44aa-ae83-adb288526a08" providerId="AD" clId="Web-{00000000-0000-0000-0000-000000000000}" dt="2026-09-15T21:35:18.296" v="207"/>
          <ac:spMkLst>
            <pc:docMk/>
            <pc:sldMasterMk cId="1034429393" sldId="2147483660"/>
            <ac:spMk id="6" creationId="{00000000-0000-0000-0000-000000000000}"/>
          </ac:spMkLst>
        </pc:spChg>
        <pc:sldLayoutChg chg="modSp">
          <pc:chgData name="SALAS ORTIZ FELIPE P" userId="S::f.salasortiz@uandresbello.edu::50b57c22-9f6d-44aa-ae83-adb288526a08" providerId="AD" clId="Web-{00000000-0000-0000-0000-000000000000}" dt="2026-09-15T21:35:18.296" v="207"/>
          <pc:sldLayoutMkLst>
            <pc:docMk/>
            <pc:sldMasterMk cId="1034429393" sldId="2147483660"/>
            <pc:sldLayoutMk cId="0" sldId="2147483661"/>
          </pc:sldLayoutMkLst>
          <pc:spChg chg="mod">
            <ac:chgData name="SALAS ORTIZ FELIPE P" userId="S::f.salasortiz@uandresbello.edu::50b57c22-9f6d-44aa-ae83-adb288526a08" providerId="AD" clId="Web-{00000000-0000-0000-0000-000000000000}" dt="2026-09-15T21:35:18.296" v="207"/>
            <ac:spMkLst>
              <pc:docMk/>
              <pc:sldMasterMk cId="1034429393" sldId="2147483660"/>
              <pc:sldLayoutMk cId="0" sldId="2147483661"/>
              <ac:spMk id="2" creationId="{00000000-0000-0000-0000-000000000000}"/>
            </ac:spMkLst>
          </pc:spChg>
          <pc:spChg chg="mod">
            <ac:chgData name="SALAS ORTIZ FELIPE P" userId="S::f.salasortiz@uandresbello.edu::50b57c22-9f6d-44aa-ae83-adb288526a08" providerId="AD" clId="Web-{00000000-0000-0000-0000-000000000000}" dt="2026-09-15T21:35:18.296" v="207"/>
            <ac:spMkLst>
              <pc:docMk/>
              <pc:sldMasterMk cId="1034429393" sldId="2147483660"/>
              <pc:sldLayoutMk cId="0" sldId="2147483661"/>
              <ac:spMk id="3" creationId="{00000000-0000-0000-0000-000000000000}"/>
            </ac:spMkLst>
          </pc:spChg>
        </pc:sldLayoutChg>
        <pc:sldLayoutChg chg="modSp">
          <pc:chgData name="SALAS ORTIZ FELIPE P" userId="S::f.salasortiz@uandresbello.edu::50b57c22-9f6d-44aa-ae83-adb288526a08" providerId="AD" clId="Web-{00000000-0000-0000-0000-000000000000}" dt="2026-09-15T21:35:18.296" v="207"/>
          <pc:sldLayoutMkLst>
            <pc:docMk/>
            <pc:sldMasterMk cId="1034429393" sldId="2147483660"/>
            <pc:sldLayoutMk cId="0" sldId="2147483663"/>
          </pc:sldLayoutMkLst>
          <pc:spChg chg="mod">
            <ac:chgData name="SALAS ORTIZ FELIPE P" userId="S::f.salasortiz@uandresbello.edu::50b57c22-9f6d-44aa-ae83-adb288526a08" providerId="AD" clId="Web-{00000000-0000-0000-0000-000000000000}" dt="2026-09-15T21:35:18.296" v="207"/>
            <ac:spMkLst>
              <pc:docMk/>
              <pc:sldMasterMk cId="1034429393" sldId="2147483660"/>
              <pc:sldLayoutMk cId="0" sldId="2147483663"/>
              <ac:spMk id="2" creationId="{00000000-0000-0000-0000-000000000000}"/>
            </ac:spMkLst>
          </pc:spChg>
          <pc:spChg chg="mod">
            <ac:chgData name="SALAS ORTIZ FELIPE P" userId="S::f.salasortiz@uandresbello.edu::50b57c22-9f6d-44aa-ae83-adb288526a08" providerId="AD" clId="Web-{00000000-0000-0000-0000-000000000000}" dt="2026-09-15T21:35:18.296" v="207"/>
            <ac:spMkLst>
              <pc:docMk/>
              <pc:sldMasterMk cId="1034429393" sldId="2147483660"/>
              <pc:sldLayoutMk cId="0" sldId="2147483663"/>
              <ac:spMk id="3" creationId="{00000000-0000-0000-0000-000000000000}"/>
            </ac:spMkLst>
          </pc:spChg>
        </pc:sldLayoutChg>
        <pc:sldLayoutChg chg="modSp">
          <pc:chgData name="SALAS ORTIZ FELIPE P" userId="S::f.salasortiz@uandresbello.edu::50b57c22-9f6d-44aa-ae83-adb288526a08" providerId="AD" clId="Web-{00000000-0000-0000-0000-000000000000}" dt="2026-09-15T21:35:18.296" v="207"/>
          <pc:sldLayoutMkLst>
            <pc:docMk/>
            <pc:sldMasterMk cId="1034429393" sldId="2147483660"/>
            <pc:sldLayoutMk cId="0" sldId="2147483664"/>
          </pc:sldLayoutMkLst>
          <pc:spChg chg="mod">
            <ac:chgData name="SALAS ORTIZ FELIPE P" userId="S::f.salasortiz@uandresbello.edu::50b57c22-9f6d-44aa-ae83-adb288526a08" providerId="AD" clId="Web-{00000000-0000-0000-0000-000000000000}" dt="2026-09-15T21:35:18.296" v="207"/>
            <ac:spMkLst>
              <pc:docMk/>
              <pc:sldMasterMk cId="1034429393" sldId="2147483660"/>
              <pc:sldLayoutMk cId="0" sldId="2147483664"/>
              <ac:spMk id="3" creationId="{00000000-0000-0000-0000-000000000000}"/>
            </ac:spMkLst>
          </pc:spChg>
          <pc:spChg chg="mod">
            <ac:chgData name="SALAS ORTIZ FELIPE P" userId="S::f.salasortiz@uandresbello.edu::50b57c22-9f6d-44aa-ae83-adb288526a08" providerId="AD" clId="Web-{00000000-0000-0000-0000-000000000000}" dt="2026-09-15T21:35:18.296" v="207"/>
            <ac:spMkLst>
              <pc:docMk/>
              <pc:sldMasterMk cId="1034429393" sldId="2147483660"/>
              <pc:sldLayoutMk cId="0" sldId="2147483664"/>
              <ac:spMk id="4" creationId="{00000000-0000-0000-0000-000000000000}"/>
            </ac:spMkLst>
          </pc:spChg>
        </pc:sldLayoutChg>
        <pc:sldLayoutChg chg="modSp">
          <pc:chgData name="SALAS ORTIZ FELIPE P" userId="S::f.salasortiz@uandresbello.edu::50b57c22-9f6d-44aa-ae83-adb288526a08" providerId="AD" clId="Web-{00000000-0000-0000-0000-000000000000}" dt="2026-09-15T21:35:18.296" v="207"/>
          <pc:sldLayoutMkLst>
            <pc:docMk/>
            <pc:sldMasterMk cId="1034429393" sldId="2147483660"/>
            <pc:sldLayoutMk cId="0" sldId="2147483665"/>
          </pc:sldLayoutMkLst>
          <pc:spChg chg="mod">
            <ac:chgData name="SALAS ORTIZ FELIPE P" userId="S::f.salasortiz@uandresbello.edu::50b57c22-9f6d-44aa-ae83-adb288526a08" providerId="AD" clId="Web-{00000000-0000-0000-0000-000000000000}" dt="2026-09-15T21:35:18.296" v="207"/>
            <ac:spMkLst>
              <pc:docMk/>
              <pc:sldMasterMk cId="1034429393" sldId="2147483660"/>
              <pc:sldLayoutMk cId="0" sldId="2147483665"/>
              <ac:spMk id="2" creationId="{00000000-0000-0000-0000-000000000000}"/>
            </ac:spMkLst>
          </pc:spChg>
          <pc:spChg chg="mod">
            <ac:chgData name="SALAS ORTIZ FELIPE P" userId="S::f.salasortiz@uandresbello.edu::50b57c22-9f6d-44aa-ae83-adb288526a08" providerId="AD" clId="Web-{00000000-0000-0000-0000-000000000000}" dt="2026-09-15T21:35:18.296" v="207"/>
            <ac:spMkLst>
              <pc:docMk/>
              <pc:sldMasterMk cId="1034429393" sldId="2147483660"/>
              <pc:sldLayoutMk cId="0" sldId="2147483665"/>
              <ac:spMk id="3" creationId="{00000000-0000-0000-0000-000000000000}"/>
            </ac:spMkLst>
          </pc:spChg>
          <pc:spChg chg="mod">
            <ac:chgData name="SALAS ORTIZ FELIPE P" userId="S::f.salasortiz@uandresbello.edu::50b57c22-9f6d-44aa-ae83-adb288526a08" providerId="AD" clId="Web-{00000000-0000-0000-0000-000000000000}" dt="2026-09-15T21:35:18.296" v="207"/>
            <ac:spMkLst>
              <pc:docMk/>
              <pc:sldMasterMk cId="1034429393" sldId="2147483660"/>
              <pc:sldLayoutMk cId="0" sldId="2147483665"/>
              <ac:spMk id="4" creationId="{00000000-0000-0000-0000-000000000000}"/>
            </ac:spMkLst>
          </pc:spChg>
          <pc:spChg chg="mod">
            <ac:chgData name="SALAS ORTIZ FELIPE P" userId="S::f.salasortiz@uandresbello.edu::50b57c22-9f6d-44aa-ae83-adb288526a08" providerId="AD" clId="Web-{00000000-0000-0000-0000-000000000000}" dt="2026-09-15T21:35:18.296" v="207"/>
            <ac:spMkLst>
              <pc:docMk/>
              <pc:sldMasterMk cId="1034429393" sldId="2147483660"/>
              <pc:sldLayoutMk cId="0" sldId="2147483665"/>
              <ac:spMk id="5" creationId="{00000000-0000-0000-0000-000000000000}"/>
            </ac:spMkLst>
          </pc:spChg>
          <pc:spChg chg="mod">
            <ac:chgData name="SALAS ORTIZ FELIPE P" userId="S::f.salasortiz@uandresbello.edu::50b57c22-9f6d-44aa-ae83-adb288526a08" providerId="AD" clId="Web-{00000000-0000-0000-0000-000000000000}" dt="2026-09-15T21:35:18.296" v="207"/>
            <ac:spMkLst>
              <pc:docMk/>
              <pc:sldMasterMk cId="1034429393" sldId="2147483660"/>
              <pc:sldLayoutMk cId="0" sldId="2147483665"/>
              <ac:spMk id="6" creationId="{00000000-0000-0000-0000-000000000000}"/>
            </ac:spMkLst>
          </pc:spChg>
        </pc:sldLayoutChg>
        <pc:sldLayoutChg chg="modSp">
          <pc:chgData name="SALAS ORTIZ FELIPE P" userId="S::f.salasortiz@uandresbello.edu::50b57c22-9f6d-44aa-ae83-adb288526a08" providerId="AD" clId="Web-{00000000-0000-0000-0000-000000000000}" dt="2026-09-15T21:35:18.296" v="207"/>
          <pc:sldLayoutMkLst>
            <pc:docMk/>
            <pc:sldMasterMk cId="1034429393" sldId="2147483660"/>
            <pc:sldLayoutMk cId="0" sldId="2147483668"/>
          </pc:sldLayoutMkLst>
          <pc:spChg chg="mod">
            <ac:chgData name="SALAS ORTIZ FELIPE P" userId="S::f.salasortiz@uandresbello.edu::50b57c22-9f6d-44aa-ae83-adb288526a08" providerId="AD" clId="Web-{00000000-0000-0000-0000-000000000000}" dt="2026-09-15T21:35:18.296" v="207"/>
            <ac:spMkLst>
              <pc:docMk/>
              <pc:sldMasterMk cId="1034429393" sldId="2147483660"/>
              <pc:sldLayoutMk cId="0" sldId="2147483668"/>
              <ac:spMk id="2" creationId="{00000000-0000-0000-0000-000000000000}"/>
            </ac:spMkLst>
          </pc:spChg>
          <pc:spChg chg="mod">
            <ac:chgData name="SALAS ORTIZ FELIPE P" userId="S::f.salasortiz@uandresbello.edu::50b57c22-9f6d-44aa-ae83-adb288526a08" providerId="AD" clId="Web-{00000000-0000-0000-0000-000000000000}" dt="2026-09-15T21:35:18.296" v="207"/>
            <ac:spMkLst>
              <pc:docMk/>
              <pc:sldMasterMk cId="1034429393" sldId="2147483660"/>
              <pc:sldLayoutMk cId="0" sldId="2147483668"/>
              <ac:spMk id="3" creationId="{00000000-0000-0000-0000-000000000000}"/>
            </ac:spMkLst>
          </pc:spChg>
          <pc:spChg chg="mod">
            <ac:chgData name="SALAS ORTIZ FELIPE P" userId="S::f.salasortiz@uandresbello.edu::50b57c22-9f6d-44aa-ae83-adb288526a08" providerId="AD" clId="Web-{00000000-0000-0000-0000-000000000000}" dt="2026-09-15T21:35:18.296" v="207"/>
            <ac:spMkLst>
              <pc:docMk/>
              <pc:sldMasterMk cId="1034429393" sldId="2147483660"/>
              <pc:sldLayoutMk cId="0" sldId="2147483668"/>
              <ac:spMk id="4" creationId="{00000000-0000-0000-0000-000000000000}"/>
            </ac:spMkLst>
          </pc:spChg>
        </pc:sldLayoutChg>
        <pc:sldLayoutChg chg="modSp">
          <pc:chgData name="SALAS ORTIZ FELIPE P" userId="S::f.salasortiz@uandresbello.edu::50b57c22-9f6d-44aa-ae83-adb288526a08" providerId="AD" clId="Web-{00000000-0000-0000-0000-000000000000}" dt="2026-09-15T21:35:18.296" v="207"/>
          <pc:sldLayoutMkLst>
            <pc:docMk/>
            <pc:sldMasterMk cId="1034429393" sldId="2147483660"/>
            <pc:sldLayoutMk cId="0" sldId="2147483669"/>
          </pc:sldLayoutMkLst>
          <pc:spChg chg="mod">
            <ac:chgData name="SALAS ORTIZ FELIPE P" userId="S::f.salasortiz@uandresbello.edu::50b57c22-9f6d-44aa-ae83-adb288526a08" providerId="AD" clId="Web-{00000000-0000-0000-0000-000000000000}" dt="2026-09-15T21:35:18.296" v="207"/>
            <ac:spMkLst>
              <pc:docMk/>
              <pc:sldMasterMk cId="1034429393" sldId="2147483660"/>
              <pc:sldLayoutMk cId="0" sldId="2147483669"/>
              <ac:spMk id="2" creationId="{00000000-0000-0000-0000-000000000000}"/>
            </ac:spMkLst>
          </pc:spChg>
          <pc:spChg chg="mod">
            <ac:chgData name="SALAS ORTIZ FELIPE P" userId="S::f.salasortiz@uandresbello.edu::50b57c22-9f6d-44aa-ae83-adb288526a08" providerId="AD" clId="Web-{00000000-0000-0000-0000-000000000000}" dt="2026-09-15T21:35:18.296" v="207"/>
            <ac:spMkLst>
              <pc:docMk/>
              <pc:sldMasterMk cId="1034429393" sldId="2147483660"/>
              <pc:sldLayoutMk cId="0" sldId="2147483669"/>
              <ac:spMk id="3" creationId="{00000000-0000-0000-0000-000000000000}"/>
            </ac:spMkLst>
          </pc:spChg>
          <pc:spChg chg="mod">
            <ac:chgData name="SALAS ORTIZ FELIPE P" userId="S::f.salasortiz@uandresbello.edu::50b57c22-9f6d-44aa-ae83-adb288526a08" providerId="AD" clId="Web-{00000000-0000-0000-0000-000000000000}" dt="2026-09-15T21:35:18.296" v="207"/>
            <ac:spMkLst>
              <pc:docMk/>
              <pc:sldMasterMk cId="1034429393" sldId="2147483660"/>
              <pc:sldLayoutMk cId="0" sldId="2147483669"/>
              <ac:spMk id="4" creationId="{00000000-0000-0000-0000-000000000000}"/>
            </ac:spMkLst>
          </pc:spChg>
        </pc:sldLayoutChg>
        <pc:sldLayoutChg chg="modSp">
          <pc:chgData name="SALAS ORTIZ FELIPE P" userId="S::f.salasortiz@uandresbello.edu::50b57c22-9f6d-44aa-ae83-adb288526a08" providerId="AD" clId="Web-{00000000-0000-0000-0000-000000000000}" dt="2026-09-15T21:35:18.296" v="207"/>
          <pc:sldLayoutMkLst>
            <pc:docMk/>
            <pc:sldMasterMk cId="1034429393" sldId="2147483660"/>
            <pc:sldLayoutMk cId="0" sldId="2147483671"/>
          </pc:sldLayoutMkLst>
          <pc:spChg chg="mod">
            <ac:chgData name="SALAS ORTIZ FELIPE P" userId="S::f.salasortiz@uandresbello.edu::50b57c22-9f6d-44aa-ae83-adb288526a08" providerId="AD" clId="Web-{00000000-0000-0000-0000-000000000000}" dt="2026-09-15T21:35:18.296" v="207"/>
            <ac:spMkLst>
              <pc:docMk/>
              <pc:sldMasterMk cId="1034429393" sldId="2147483660"/>
              <pc:sldLayoutMk cId="0" sldId="2147483671"/>
              <ac:spMk id="2" creationId="{00000000-0000-0000-0000-000000000000}"/>
            </ac:spMkLst>
          </pc:spChg>
          <pc:spChg chg="mod">
            <ac:chgData name="SALAS ORTIZ FELIPE P" userId="S::f.salasortiz@uandresbello.edu::50b57c22-9f6d-44aa-ae83-adb288526a08" providerId="AD" clId="Web-{00000000-0000-0000-0000-000000000000}" dt="2026-09-15T21:35:18.296" v="207"/>
            <ac:spMkLst>
              <pc:docMk/>
              <pc:sldMasterMk cId="1034429393" sldId="2147483660"/>
              <pc:sldLayoutMk cId="0" sldId="2147483671"/>
              <ac:spMk id="3" creationId="{00000000-0000-0000-0000-000000000000}"/>
            </ac:spMkLst>
          </pc:spChg>
        </pc:sldLayoutChg>
      </pc:sldMasterChg>
    </pc:docChg>
  </pc:docChgLst>
  <pc:docChgLst>
    <pc:chgData name="HERNÁNDEZ LEIVA ERICK D" userId="S::e.hernndezleiva@uandresbello.edu::9c5b8259-4361-4a22-8228-673ea94f99ad" providerId="AD" clId="Web-{3267D879-9E07-6C26-799A-F46CFC0CF9D0}"/>
    <pc:docChg chg="modSld">
      <pc:chgData name="HERNÁNDEZ LEIVA ERICK D" userId="S::e.hernndezleiva@uandresbello.edu::9c5b8259-4361-4a22-8228-673ea94f99ad" providerId="AD" clId="Web-{3267D879-9E07-6C26-799A-F46CFC0CF9D0}" dt="2026-09-25T05:06:43.070" v="47" actId="20577"/>
      <pc:docMkLst>
        <pc:docMk/>
      </pc:docMkLst>
      <pc:sldChg chg="modSp">
        <pc:chgData name="HERNÁNDEZ LEIVA ERICK D" userId="S::e.hernndezleiva@uandresbello.edu::9c5b8259-4361-4a22-8228-673ea94f99ad" providerId="AD" clId="Web-{3267D879-9E07-6C26-799A-F46CFC0CF9D0}" dt="2026-09-25T04:58:38.599" v="6" actId="20577"/>
        <pc:sldMkLst>
          <pc:docMk/>
          <pc:sldMk cId="28928170" sldId="288"/>
        </pc:sldMkLst>
        <pc:spChg chg="mod">
          <ac:chgData name="HERNÁNDEZ LEIVA ERICK D" userId="S::e.hernndezleiva@uandresbello.edu::9c5b8259-4361-4a22-8228-673ea94f99ad" providerId="AD" clId="Web-{3267D879-9E07-6C26-799A-F46CFC0CF9D0}" dt="2026-09-25T04:58:38.599" v="6" actId="20577"/>
          <ac:spMkLst>
            <pc:docMk/>
            <pc:sldMk cId="28928170" sldId="288"/>
            <ac:spMk id="71" creationId="{FA56BFC8-089E-6650-67D9-0BCB11959B5B}"/>
          </ac:spMkLst>
        </pc:spChg>
      </pc:sldChg>
      <pc:sldChg chg="modSp">
        <pc:chgData name="HERNÁNDEZ LEIVA ERICK D" userId="S::e.hernndezleiva@uandresbello.edu::9c5b8259-4361-4a22-8228-673ea94f99ad" providerId="AD" clId="Web-{3267D879-9E07-6C26-799A-F46CFC0CF9D0}" dt="2026-09-25T04:59:38.759" v="15" actId="20577"/>
        <pc:sldMkLst>
          <pc:docMk/>
          <pc:sldMk cId="3013883602" sldId="289"/>
        </pc:sldMkLst>
        <pc:spChg chg="mod">
          <ac:chgData name="HERNÁNDEZ LEIVA ERICK D" userId="S::e.hernndezleiva@uandresbello.edu::9c5b8259-4361-4a22-8228-673ea94f99ad" providerId="AD" clId="Web-{3267D879-9E07-6C26-799A-F46CFC0CF9D0}" dt="2026-09-25T04:58:42.490" v="10" actId="20577"/>
          <ac:spMkLst>
            <pc:docMk/>
            <pc:sldMk cId="3013883602" sldId="289"/>
            <ac:spMk id="8" creationId="{8C70ABF7-43C9-F30A-DEFD-7F253A76CB7D}"/>
          </ac:spMkLst>
        </pc:spChg>
        <pc:spChg chg="mod">
          <ac:chgData name="HERNÁNDEZ LEIVA ERICK D" userId="S::e.hernndezleiva@uandresbello.edu::9c5b8259-4361-4a22-8228-673ea94f99ad" providerId="AD" clId="Web-{3267D879-9E07-6C26-799A-F46CFC0CF9D0}" dt="2026-09-25T04:59:38.759" v="15" actId="20577"/>
          <ac:spMkLst>
            <pc:docMk/>
            <pc:sldMk cId="3013883602" sldId="289"/>
            <ac:spMk id="11" creationId="{DEDC3B90-401A-A59D-90CF-B348F1E617F6}"/>
          </ac:spMkLst>
        </pc:spChg>
      </pc:sldChg>
      <pc:sldChg chg="modSp">
        <pc:chgData name="HERNÁNDEZ LEIVA ERICK D" userId="S::e.hernndezleiva@uandresbello.edu::9c5b8259-4361-4a22-8228-673ea94f99ad" providerId="AD" clId="Web-{3267D879-9E07-6C26-799A-F46CFC0CF9D0}" dt="2026-09-25T04:59:50.104" v="24" actId="20577"/>
        <pc:sldMkLst>
          <pc:docMk/>
          <pc:sldMk cId="1976574588" sldId="290"/>
        </pc:sldMkLst>
        <pc:spChg chg="mod">
          <ac:chgData name="HERNÁNDEZ LEIVA ERICK D" userId="S::e.hernndezleiva@uandresbello.edu::9c5b8259-4361-4a22-8228-673ea94f99ad" providerId="AD" clId="Web-{3267D879-9E07-6C26-799A-F46CFC0CF9D0}" dt="2026-09-25T04:59:50.104" v="24" actId="20577"/>
          <ac:spMkLst>
            <pc:docMk/>
            <pc:sldMk cId="1976574588" sldId="290"/>
            <ac:spMk id="33" creationId="{81EB4748-D9F2-1F15-54CC-2F117FE9CB5F}"/>
          </ac:spMkLst>
        </pc:spChg>
      </pc:sldChg>
      <pc:sldChg chg="addSp delSp modSp">
        <pc:chgData name="HERNÁNDEZ LEIVA ERICK D" userId="S::e.hernndezleiva@uandresbello.edu::9c5b8259-4361-4a22-8228-673ea94f99ad" providerId="AD" clId="Web-{3267D879-9E07-6C26-799A-F46CFC0CF9D0}" dt="2026-09-25T05:05:46.879" v="44" actId="1076"/>
        <pc:sldMkLst>
          <pc:docMk/>
          <pc:sldMk cId="2050308569" sldId="291"/>
        </pc:sldMkLst>
        <pc:spChg chg="mod">
          <ac:chgData name="HERNÁNDEZ LEIVA ERICK D" userId="S::e.hernndezleiva@uandresbello.edu::9c5b8259-4361-4a22-8228-673ea94f99ad" providerId="AD" clId="Web-{3267D879-9E07-6C26-799A-F46CFC0CF9D0}" dt="2026-09-25T05:00:27.606" v="26" actId="20577"/>
          <ac:spMkLst>
            <pc:docMk/>
            <pc:sldMk cId="2050308569" sldId="291"/>
            <ac:spMk id="10" creationId="{0AA47E9C-106E-24D3-7695-28873C3A94D9}"/>
          </ac:spMkLst>
        </pc:spChg>
        <pc:spChg chg="mod">
          <ac:chgData name="HERNÁNDEZ LEIVA ERICK D" userId="S::e.hernndezleiva@uandresbello.edu::9c5b8259-4361-4a22-8228-673ea94f99ad" providerId="AD" clId="Web-{3267D879-9E07-6C26-799A-F46CFC0CF9D0}" dt="2026-09-25T05:05:46.879" v="44" actId="1076"/>
          <ac:spMkLst>
            <pc:docMk/>
            <pc:sldMk cId="2050308569" sldId="291"/>
            <ac:spMk id="22" creationId="{FF94D519-40EF-17BE-3699-AF2132FD2618}"/>
          </ac:spMkLst>
        </pc:spChg>
        <pc:picChg chg="add mod">
          <ac:chgData name="HERNÁNDEZ LEIVA ERICK D" userId="S::e.hernndezleiva@uandresbello.edu::9c5b8259-4361-4a22-8228-673ea94f99ad" providerId="AD" clId="Web-{3267D879-9E07-6C26-799A-F46CFC0CF9D0}" dt="2026-09-25T05:05:37.566" v="43" actId="14100"/>
          <ac:picMkLst>
            <pc:docMk/>
            <pc:sldMk cId="2050308569" sldId="291"/>
            <ac:picMk id="12" creationId="{C2ECC964-0CB3-7AB3-0586-CF18D670C8BD}"/>
          </ac:picMkLst>
        </pc:picChg>
      </pc:sldChg>
      <pc:sldChg chg="modSp">
        <pc:chgData name="HERNÁNDEZ LEIVA ERICK D" userId="S::e.hernndezleiva@uandresbello.edu::9c5b8259-4361-4a22-8228-673ea94f99ad" providerId="AD" clId="Web-{3267D879-9E07-6C26-799A-F46CFC0CF9D0}" dt="2026-09-25T05:06:43.070" v="47" actId="20577"/>
        <pc:sldMkLst>
          <pc:docMk/>
          <pc:sldMk cId="278791323" sldId="302"/>
        </pc:sldMkLst>
      </pc:sldChg>
      <pc:sldChg chg="modSp">
        <pc:chgData name="HERNÁNDEZ LEIVA ERICK D" userId="S::e.hernndezleiva@uandresbello.edu::9c5b8259-4361-4a22-8228-673ea94f99ad" providerId="AD" clId="Web-{3267D879-9E07-6C26-799A-F46CFC0CF9D0}" dt="2026-09-25T05:06:18.381" v="46" actId="20577"/>
        <pc:sldMkLst>
          <pc:docMk/>
          <pc:sldMk cId="3947133572" sldId="307"/>
        </pc:sldMkLst>
        <pc:spChg chg="mod">
          <ac:chgData name="HERNÁNDEZ LEIVA ERICK D" userId="S::e.hernndezleiva@uandresbello.edu::9c5b8259-4361-4a22-8228-673ea94f99ad" providerId="AD" clId="Web-{3267D879-9E07-6C26-799A-F46CFC0CF9D0}" dt="2026-09-25T05:06:18.381" v="46" actId="20577"/>
          <ac:spMkLst>
            <pc:docMk/>
            <pc:sldMk cId="3947133572" sldId="307"/>
            <ac:spMk id="11" creationId="{362528D2-E767-8064-9B1F-7C58EAB9F284}"/>
          </ac:spMkLst>
        </pc:spChg>
      </pc:sldChg>
    </pc:docChg>
  </pc:docChgLst>
  <pc:docChgLst>
    <pc:chgData name="SALAS ORTIZ FELIPE P" userId="S::f.salasortiz@uandresbello.edu::50b57c22-9f6d-44aa-ae83-adb288526a08" providerId="AD" clId="Web-{17C90FD0-F912-DC1F-5952-38EA7FD2033B}"/>
    <pc:docChg chg="modSld">
      <pc:chgData name="SALAS ORTIZ FELIPE P" userId="S::f.salasortiz@uandresbello.edu::50b57c22-9f6d-44aa-ae83-adb288526a08" providerId="AD" clId="Web-{17C90FD0-F912-DC1F-5952-38EA7FD2033B}" dt="2026-10-03T19:30:43.472" v="39" actId="20577"/>
      <pc:docMkLst>
        <pc:docMk/>
      </pc:docMkLst>
      <pc:sldChg chg="modSp">
        <pc:chgData name="SALAS ORTIZ FELIPE P" userId="S::f.salasortiz@uandresbello.edu::50b57c22-9f6d-44aa-ae83-adb288526a08" providerId="AD" clId="Web-{17C90FD0-F912-DC1F-5952-38EA7FD2033B}" dt="2026-10-03T19:30:32.222" v="36" actId="20577"/>
        <pc:sldMkLst>
          <pc:docMk/>
          <pc:sldMk cId="4057004946" sldId="292"/>
        </pc:sldMkLst>
        <pc:spChg chg="mod">
          <ac:chgData name="SALAS ORTIZ FELIPE P" userId="S::f.salasortiz@uandresbello.edu::50b57c22-9f6d-44aa-ae83-adb288526a08" providerId="AD" clId="Web-{17C90FD0-F912-DC1F-5952-38EA7FD2033B}" dt="2026-10-03T19:30:32.222" v="36" actId="20577"/>
          <ac:spMkLst>
            <pc:docMk/>
            <pc:sldMk cId="4057004946" sldId="292"/>
            <ac:spMk id="54" creationId="{00000000-0000-0000-0000-000000000000}"/>
          </ac:spMkLst>
        </pc:spChg>
      </pc:sldChg>
      <pc:sldChg chg="modSp">
        <pc:chgData name="SALAS ORTIZ FELIPE P" userId="S::f.salasortiz@uandresbello.edu::50b57c22-9f6d-44aa-ae83-adb288526a08" providerId="AD" clId="Web-{17C90FD0-F912-DC1F-5952-38EA7FD2033B}" dt="2026-10-03T19:30:43.472" v="39" actId="20577"/>
        <pc:sldMkLst>
          <pc:docMk/>
          <pc:sldMk cId="189081242" sldId="293"/>
        </pc:sldMkLst>
        <pc:spChg chg="mod">
          <ac:chgData name="SALAS ORTIZ FELIPE P" userId="S::f.salasortiz@uandresbello.edu::50b57c22-9f6d-44aa-ae83-adb288526a08" providerId="AD" clId="Web-{17C90FD0-F912-DC1F-5952-38EA7FD2033B}" dt="2026-10-03T19:30:43.472" v="39" actId="20577"/>
          <ac:spMkLst>
            <pc:docMk/>
            <pc:sldMk cId="189081242" sldId="293"/>
            <ac:spMk id="50" creationId="{EF229823-AB80-D236-6666-C51179696A56}"/>
          </ac:spMkLst>
        </pc:spChg>
      </pc:sldChg>
      <pc:sldChg chg="delSp modSp">
        <pc:chgData name="SALAS ORTIZ FELIPE P" userId="S::f.salasortiz@uandresbello.edu::50b57c22-9f6d-44aa-ae83-adb288526a08" providerId="AD" clId="Web-{17C90FD0-F912-DC1F-5952-38EA7FD2033B}" dt="2026-10-03T19:29:01.562" v="30"/>
        <pc:sldMkLst>
          <pc:docMk/>
          <pc:sldMk cId="1498931609" sldId="306"/>
        </pc:sldMkLst>
        <pc:spChg chg="mod">
          <ac:chgData name="SALAS ORTIZ FELIPE P" userId="S::f.salasortiz@uandresbello.edu::50b57c22-9f6d-44aa-ae83-adb288526a08" providerId="AD" clId="Web-{17C90FD0-F912-DC1F-5952-38EA7FD2033B}" dt="2026-10-03T19:29:01.562" v="30"/>
          <ac:spMkLst>
            <pc:docMk/>
            <pc:sldMk cId="1498931609" sldId="306"/>
            <ac:spMk id="22" creationId="{00000000-0000-0000-0000-000000000000}"/>
          </ac:spMkLst>
        </pc:spChg>
        <pc:spChg chg="mod">
          <ac:chgData name="SALAS ORTIZ FELIPE P" userId="S::f.salasortiz@uandresbello.edu::50b57c22-9f6d-44aa-ae83-adb288526a08" providerId="AD" clId="Web-{17C90FD0-F912-DC1F-5952-38EA7FD2033B}" dt="2026-10-03T19:29:01.562" v="29"/>
          <ac:spMkLst>
            <pc:docMk/>
            <pc:sldMk cId="1498931609" sldId="306"/>
            <ac:spMk id="29" creationId="{00000000-0000-0000-0000-000000000000}"/>
          </ac:spMkLst>
        </pc:spChg>
        <pc:spChg chg="mod">
          <ac:chgData name="SALAS ORTIZ FELIPE P" userId="S::f.salasortiz@uandresbello.edu::50b57c22-9f6d-44aa-ae83-adb288526a08" providerId="AD" clId="Web-{17C90FD0-F912-DC1F-5952-38EA7FD2033B}" dt="2026-10-03T19:29:01.562" v="28"/>
          <ac:spMkLst>
            <pc:docMk/>
            <pc:sldMk cId="1498931609" sldId="306"/>
            <ac:spMk id="36" creationId="{00000000-0000-0000-0000-000000000000}"/>
          </ac:spMkLst>
        </pc:spChg>
        <pc:spChg chg="mod">
          <ac:chgData name="SALAS ORTIZ FELIPE P" userId="S::f.salasortiz@uandresbello.edu::50b57c22-9f6d-44aa-ae83-adb288526a08" providerId="AD" clId="Web-{17C90FD0-F912-DC1F-5952-38EA7FD2033B}" dt="2026-10-03T19:29:01.562" v="27"/>
          <ac:spMkLst>
            <pc:docMk/>
            <pc:sldMk cId="1498931609" sldId="306"/>
            <ac:spMk id="43" creationId="{00000000-0000-0000-0000-000000000000}"/>
          </ac:spMkLst>
        </pc:spChg>
        <pc:spChg chg="del">
          <ac:chgData name="SALAS ORTIZ FELIPE P" userId="S::f.salasortiz@uandresbello.edu::50b57c22-9f6d-44aa-ae83-adb288526a08" providerId="AD" clId="Web-{17C90FD0-F912-DC1F-5952-38EA7FD2033B}" dt="2026-10-03T19:05:52.209" v="1"/>
          <ac:spMkLst>
            <pc:docMk/>
            <pc:sldMk cId="1498931609" sldId="306"/>
            <ac:spMk id="44" creationId="{00000000-0000-0000-0000-000000000000}"/>
          </ac:spMkLst>
        </pc:spChg>
        <pc:spChg chg="del">
          <ac:chgData name="SALAS ORTIZ FELIPE P" userId="S::f.salasortiz@uandresbello.edu::50b57c22-9f6d-44aa-ae83-adb288526a08" providerId="AD" clId="Web-{17C90FD0-F912-DC1F-5952-38EA7FD2033B}" dt="2026-10-03T19:05:52.209" v="0"/>
          <ac:spMkLst>
            <pc:docMk/>
            <pc:sldMk cId="1498931609" sldId="306"/>
            <ac:spMk id="45" creationId="{00000000-0000-0000-0000-000000000000}"/>
          </ac:spMkLst>
        </pc:spChg>
      </pc:sldChg>
    </pc:docChg>
  </pc:docChgLst>
  <pc:docChgLst>
    <pc:chgData name="HERNÁNDEZ LEIVA ERICK D" userId="S::e.hernndezleiva@uandresbello.edu::9c5b8259-4361-4a22-8228-673ea94f99ad" providerId="AD" clId="Web-{47ECEBA1-9889-AF85-1251-6C1C4EAB57AC}"/>
    <pc:docChg chg="addSld delSld modSld sldOrd">
      <pc:chgData name="HERNÁNDEZ LEIVA ERICK D" userId="S::e.hernndezleiva@uandresbello.edu::9c5b8259-4361-4a22-8228-673ea94f99ad" providerId="AD" clId="Web-{47ECEBA1-9889-AF85-1251-6C1C4EAB57AC}" dt="2026-09-22T21:24:44.333" v="6" actId="1076"/>
      <pc:docMkLst>
        <pc:docMk/>
      </pc:docMkLst>
      <pc:sldChg chg="add ord replId">
        <pc:chgData name="HERNÁNDEZ LEIVA ERICK D" userId="S::e.hernndezleiva@uandresbello.edu::9c5b8259-4361-4a22-8228-673ea94f99ad" providerId="AD" clId="Web-{47ECEBA1-9889-AF85-1251-6C1C4EAB57AC}" dt="2026-09-22T21:19:01.599" v="1"/>
        <pc:sldMkLst>
          <pc:docMk/>
          <pc:sldMk cId="1986497590" sldId="309"/>
        </pc:sldMkLst>
      </pc:sldChg>
      <pc:sldChg chg="addSp delSp modSp">
        <pc:chgData name="HERNÁNDEZ LEIVA ERICK D" userId="S::e.hernndezleiva@uandresbello.edu::9c5b8259-4361-4a22-8228-673ea94f99ad" providerId="AD" clId="Web-{47ECEBA1-9889-AF85-1251-6C1C4EAB57AC}" dt="2026-09-22T21:24:44.333" v="6" actId="1076"/>
        <pc:sldMkLst>
          <pc:docMk/>
          <pc:sldMk cId="3612182009" sldId="310"/>
        </pc:sldMkLst>
      </pc:sldChg>
    </pc:docChg>
  </pc:docChgLst>
  <pc:docChgLst>
    <pc:chgData name="OSORIO RIQUELME CRISTOBAL A" userId="S::c.osorioriquelme@uandresbello.edu::8825b92d-bffb-4c70-9f71-df0b4be0989f" providerId="AD" clId="Web-{FE518774-B293-A1F8-041B-760EE11FF6DB}"/>
    <pc:docChg chg="mod sldOrd">
      <pc:chgData name="OSORIO RIQUELME CRISTOBAL A" userId="S::c.osorioriquelme@uandresbello.edu::8825b92d-bffb-4c70-9f71-df0b4be0989f" providerId="AD" clId="Web-{FE518774-B293-A1F8-041B-760EE11FF6DB}" dt="2026-09-21T14:30:48.090" v="1"/>
      <pc:docMkLst>
        <pc:docMk/>
      </pc:docMkLst>
      <pc:sldChg chg="ord">
        <pc:chgData name="OSORIO RIQUELME CRISTOBAL A" userId="S::c.osorioriquelme@uandresbello.edu::8825b92d-bffb-4c70-9f71-df0b4be0989f" providerId="AD" clId="Web-{FE518774-B293-A1F8-041B-760EE11FF6DB}" dt="2026-09-21T14:30:48.090" v="1"/>
        <pc:sldMkLst>
          <pc:docMk/>
          <pc:sldMk cId="2625144485" sldId="301"/>
        </pc:sldMkLst>
      </pc:sldChg>
    </pc:docChg>
  </pc:docChgLst>
  <pc:docChgLst>
    <pc:chgData clId="Web-{00000000-0000-0000-0000-000000000000}"/>
    <pc:docChg chg="modSld">
      <pc:chgData name="" userId="" providerId="" clId="Web-{00000000-0000-0000-0000-000000000000}" dt="2026-10-03T18:31:56.814" v="2" actId="20577"/>
      <pc:docMkLst>
        <pc:docMk/>
      </pc:docMkLst>
      <pc:sldChg chg="modSp">
        <pc:chgData name="" userId="" providerId="" clId="Web-{00000000-0000-0000-0000-000000000000}" dt="2026-10-03T18:31:56.814" v="2" actId="20577"/>
        <pc:sldMkLst>
          <pc:docMk/>
          <pc:sldMk cId="1833661433" sldId="261"/>
        </pc:sldMkLst>
        <pc:spChg chg="mod">
          <ac:chgData name="" userId="" providerId="" clId="Web-{00000000-0000-0000-0000-000000000000}" dt="2026-10-03T18:31:56.814" v="2" actId="20577"/>
          <ac:spMkLst>
            <pc:docMk/>
            <pc:sldMk cId="1833661433" sldId="261"/>
            <ac:spMk id="27" creationId="{9F1D308F-AB0C-FF15-2C97-45526BBDCFC7}"/>
          </ac:spMkLst>
        </pc:spChg>
      </pc:sldChg>
    </pc:docChg>
  </pc:docChgLst>
  <pc:docChgLst>
    <pc:chgData name="LOPEZ TAPIA NICOLÁS I" userId="S::n.lopeztapia@uandresbello.edu::f451adaa-3e4c-4bc9-879b-4cc89bb9d8a4" providerId="AD" clId="Web-{00000000-0000-0000-0000-000000000000}"/>
    <pc:docChg chg="modSld">
      <pc:chgData name="LOPEZ TAPIA NICOLÁS I" userId="S::n.lopeztapia@uandresbello.edu::f451adaa-3e4c-4bc9-879b-4cc89bb9d8a4" providerId="AD" clId="Web-{00000000-0000-0000-0000-000000000000}" dt="2026-09-15T21:42:35.717" v="74"/>
      <pc:docMkLst>
        <pc:docMk/>
      </pc:docMkLst>
      <pc:sldChg chg="addSp modSp">
        <pc:chgData name="LOPEZ TAPIA NICOLÁS I" userId="S::n.lopeztapia@uandresbello.edu::f451adaa-3e4c-4bc9-879b-4cc89bb9d8a4" providerId="AD" clId="Web-{00000000-0000-0000-0000-000000000000}" dt="2026-09-15T21:33:42.212" v="39" actId="20577"/>
        <pc:sldMkLst>
          <pc:docMk/>
          <pc:sldMk cId="1833661433" sldId="261"/>
        </pc:sldMkLst>
        <pc:spChg chg="add mod">
          <ac:chgData name="LOPEZ TAPIA NICOLÁS I" userId="S::n.lopeztapia@uandresbello.edu::f451adaa-3e4c-4bc9-879b-4cc89bb9d8a4" providerId="AD" clId="Web-{00000000-0000-0000-0000-000000000000}" dt="2026-09-15T21:33:42.212" v="39" actId="20577"/>
          <ac:spMkLst>
            <pc:docMk/>
            <pc:sldMk cId="1833661433" sldId="261"/>
            <ac:spMk id="3" creationId="{745FC54E-4115-07CB-0C43-C7EB1AEE98C3}"/>
          </ac:spMkLst>
        </pc:spChg>
      </pc:sldChg>
      <pc:sldChg chg="modSp">
        <pc:chgData name="LOPEZ TAPIA NICOLÁS I" userId="S::n.lopeztapia@uandresbello.edu::f451adaa-3e4c-4bc9-879b-4cc89bb9d8a4" providerId="AD" clId="Web-{00000000-0000-0000-0000-000000000000}" dt="2026-09-15T21:31:34.797" v="16" actId="20577"/>
        <pc:sldMkLst>
          <pc:docMk/>
          <pc:sldMk cId="28928170" sldId="288"/>
        </pc:sldMkLst>
        <pc:spChg chg="mod">
          <ac:chgData name="LOPEZ TAPIA NICOLÁS I" userId="S::n.lopeztapia@uandresbello.edu::f451adaa-3e4c-4bc9-879b-4cc89bb9d8a4" providerId="AD" clId="Web-{00000000-0000-0000-0000-000000000000}" dt="2026-09-15T21:31:34.797" v="16" actId="20577"/>
          <ac:spMkLst>
            <pc:docMk/>
            <pc:sldMk cId="28928170" sldId="288"/>
            <ac:spMk id="17" creationId="{00000000-0000-0000-0000-000000000000}"/>
          </ac:spMkLst>
        </pc:spChg>
      </pc:sldChg>
      <pc:sldChg chg="modSp">
        <pc:chgData name="LOPEZ TAPIA NICOLÁS I" userId="S::n.lopeztapia@uandresbello.edu::f451adaa-3e4c-4bc9-879b-4cc89bb9d8a4" providerId="AD" clId="Web-{00000000-0000-0000-0000-000000000000}" dt="2026-09-15T21:42:35.717" v="74"/>
        <pc:sldMkLst>
          <pc:docMk/>
          <pc:sldMk cId="3013883602" sldId="289"/>
        </pc:sldMkLst>
        <pc:spChg chg="mod">
          <ac:chgData name="LOPEZ TAPIA NICOLÁS I" userId="S::n.lopeztapia@uandresbello.edu::f451adaa-3e4c-4bc9-879b-4cc89bb9d8a4" providerId="AD" clId="Web-{00000000-0000-0000-0000-000000000000}" dt="2026-09-15T21:32:28.363" v="33" actId="20577"/>
          <ac:spMkLst>
            <pc:docMk/>
            <pc:sldMk cId="3013883602" sldId="289"/>
            <ac:spMk id="17" creationId="{00000000-0000-0000-0000-000000000000}"/>
          </ac:spMkLst>
        </pc:spChg>
        <pc:picChg chg="mod">
          <ac:chgData name="LOPEZ TAPIA NICOLÁS I" userId="S::n.lopeztapia@uandresbello.edu::f451adaa-3e4c-4bc9-879b-4cc89bb9d8a4" providerId="AD" clId="Web-{00000000-0000-0000-0000-000000000000}" dt="2026-09-15T21:37:27.915" v="42" actId="14100"/>
          <ac:picMkLst>
            <pc:docMk/>
            <pc:sldMk cId="3013883602" sldId="289"/>
            <ac:picMk id="7" creationId="{00000000-0000-0000-0000-000000000000}"/>
          </ac:picMkLst>
        </pc:picChg>
      </pc:sldChg>
      <pc:sldChg chg="modSp">
        <pc:chgData name="LOPEZ TAPIA NICOLÁS I" userId="S::n.lopeztapia@uandresbello.edu::f451adaa-3e4c-4bc9-879b-4cc89bb9d8a4" providerId="AD" clId="Web-{00000000-0000-0000-0000-000000000000}" dt="2026-09-15T21:38:38.795" v="50" actId="1076"/>
        <pc:sldMkLst>
          <pc:docMk/>
          <pc:sldMk cId="1976574588" sldId="290"/>
        </pc:sldMkLst>
        <pc:spChg chg="mod">
          <ac:chgData name="LOPEZ TAPIA NICOLÁS I" userId="S::n.lopeztapia@uandresbello.edu::f451adaa-3e4c-4bc9-879b-4cc89bb9d8a4" providerId="AD" clId="Web-{00000000-0000-0000-0000-000000000000}" dt="2026-09-15T21:38:38.795" v="50" actId="1076"/>
          <ac:spMkLst>
            <pc:docMk/>
            <pc:sldMk cId="1976574588" sldId="290"/>
            <ac:spMk id="17" creationId="{00000000-0000-0000-0000-000000000000}"/>
          </ac:spMkLst>
        </pc:spChg>
        <pc:picChg chg="mod">
          <ac:chgData name="LOPEZ TAPIA NICOLÁS I" userId="S::n.lopeztapia@uandresbello.edu::f451adaa-3e4c-4bc9-879b-4cc89bb9d8a4" providerId="AD" clId="Web-{00000000-0000-0000-0000-000000000000}" dt="2026-09-15T21:38:32.138" v="49" actId="1076"/>
          <ac:picMkLst>
            <pc:docMk/>
            <pc:sldMk cId="1976574588" sldId="290"/>
            <ac:picMk id="2" creationId="{00000000-0000-0000-0000-000000000000}"/>
          </ac:picMkLst>
        </pc:picChg>
        <pc:picChg chg="mod">
          <ac:chgData name="LOPEZ TAPIA NICOLÁS I" userId="S::n.lopeztapia@uandresbello.edu::f451adaa-3e4c-4bc9-879b-4cc89bb9d8a4" providerId="AD" clId="Web-{00000000-0000-0000-0000-000000000000}" dt="2026-09-15T21:37:53.369" v="45" actId="14100"/>
          <ac:picMkLst>
            <pc:docMk/>
            <pc:sldMk cId="1976574588" sldId="290"/>
            <ac:picMk id="7" creationId="{00000000-0000-0000-0000-000000000000}"/>
          </ac:picMkLst>
        </pc:picChg>
      </pc:sldChg>
      <pc:sldChg chg="modSp">
        <pc:chgData name="LOPEZ TAPIA NICOLÁS I" userId="S::n.lopeztapia@uandresbello.edu::f451adaa-3e4c-4bc9-879b-4cc89bb9d8a4" providerId="AD" clId="Web-{00000000-0000-0000-0000-000000000000}" dt="2026-09-15T21:38:47.358" v="51" actId="1076"/>
        <pc:sldMkLst>
          <pc:docMk/>
          <pc:sldMk cId="2050308569" sldId="291"/>
        </pc:sldMkLst>
        <pc:spChg chg="mod">
          <ac:chgData name="LOPEZ TAPIA NICOLÁS I" userId="S::n.lopeztapia@uandresbello.edu::f451adaa-3e4c-4bc9-879b-4cc89bb9d8a4" providerId="AD" clId="Web-{00000000-0000-0000-0000-000000000000}" dt="2026-09-15T21:38:47.358" v="51" actId="1076"/>
          <ac:spMkLst>
            <pc:docMk/>
            <pc:sldMk cId="2050308569" sldId="291"/>
            <ac:spMk id="17" creationId="{00000000-0000-0000-0000-000000000000}"/>
          </ac:spMkLst>
        </pc:spChg>
        <pc:picChg chg="mod">
          <ac:chgData name="LOPEZ TAPIA NICOLÁS I" userId="S::n.lopeztapia@uandresbello.edu::f451adaa-3e4c-4bc9-879b-4cc89bb9d8a4" providerId="AD" clId="Web-{00000000-0000-0000-0000-000000000000}" dt="2026-09-15T21:38:16.355" v="48" actId="1076"/>
          <ac:picMkLst>
            <pc:docMk/>
            <pc:sldMk cId="2050308569" sldId="291"/>
            <ac:picMk id="2" creationId="{00000000-0000-0000-0000-000000000000}"/>
          </ac:picMkLst>
        </pc:picChg>
        <pc:picChg chg="mod">
          <ac:chgData name="LOPEZ TAPIA NICOLÁS I" userId="S::n.lopeztapia@uandresbello.edu::f451adaa-3e4c-4bc9-879b-4cc89bb9d8a4" providerId="AD" clId="Web-{00000000-0000-0000-0000-000000000000}" dt="2026-09-15T21:38:11.886" v="47" actId="14100"/>
          <ac:picMkLst>
            <pc:docMk/>
            <pc:sldMk cId="2050308569" sldId="291"/>
            <ac:picMk id="7" creationId="{00000000-0000-0000-0000-000000000000}"/>
          </ac:picMkLst>
        </pc:picChg>
      </pc:sldChg>
      <pc:sldChg chg="modSp">
        <pc:chgData name="LOPEZ TAPIA NICOLÁS I" userId="S::n.lopeztapia@uandresbello.edu::f451adaa-3e4c-4bc9-879b-4cc89bb9d8a4" providerId="AD" clId="Web-{00000000-0000-0000-0000-000000000000}" dt="2026-09-15T21:40:09.254" v="69" actId="1076"/>
        <pc:sldMkLst>
          <pc:docMk/>
          <pc:sldMk cId="4057004946" sldId="292"/>
        </pc:sldMkLst>
        <pc:spChg chg="mod">
          <ac:chgData name="LOPEZ TAPIA NICOLÁS I" userId="S::n.lopeztapia@uandresbello.edu::f451adaa-3e4c-4bc9-879b-4cc89bb9d8a4" providerId="AD" clId="Web-{00000000-0000-0000-0000-000000000000}" dt="2026-09-15T21:40:09.254" v="69" actId="1076"/>
          <ac:spMkLst>
            <pc:docMk/>
            <pc:sldMk cId="4057004946" sldId="292"/>
            <ac:spMk id="17" creationId="{00000000-0000-0000-0000-000000000000}"/>
          </ac:spMkLst>
        </pc:spChg>
        <pc:picChg chg="mod">
          <ac:chgData name="LOPEZ TAPIA NICOLÁS I" userId="S::n.lopeztapia@uandresbello.edu::f451adaa-3e4c-4bc9-879b-4cc89bb9d8a4" providerId="AD" clId="Web-{00000000-0000-0000-0000-000000000000}" dt="2026-09-15T21:39:03.999" v="54" actId="1076"/>
          <ac:picMkLst>
            <pc:docMk/>
            <pc:sldMk cId="4057004946" sldId="292"/>
            <ac:picMk id="2" creationId="{00000000-0000-0000-0000-000000000000}"/>
          </ac:picMkLst>
        </pc:picChg>
        <pc:picChg chg="mod">
          <ac:chgData name="LOPEZ TAPIA NICOLÁS I" userId="S::n.lopeztapia@uandresbello.edu::f451adaa-3e4c-4bc9-879b-4cc89bb9d8a4" providerId="AD" clId="Web-{00000000-0000-0000-0000-000000000000}" dt="2026-09-15T21:38:59.749" v="53" actId="14100"/>
          <ac:picMkLst>
            <pc:docMk/>
            <pc:sldMk cId="4057004946" sldId="292"/>
            <ac:picMk id="7" creationId="{00000000-0000-0000-0000-000000000000}"/>
          </ac:picMkLst>
        </pc:picChg>
      </pc:sldChg>
      <pc:sldChg chg="modSp">
        <pc:chgData name="LOPEZ TAPIA NICOLÁS I" userId="S::n.lopeztapia@uandresbello.edu::f451adaa-3e4c-4bc9-879b-4cc89bb9d8a4" providerId="AD" clId="Web-{00000000-0000-0000-0000-000000000000}" dt="2026-09-15T21:40:17.567" v="71" actId="1076"/>
        <pc:sldMkLst>
          <pc:docMk/>
          <pc:sldMk cId="189081242" sldId="293"/>
        </pc:sldMkLst>
        <pc:spChg chg="mod">
          <ac:chgData name="LOPEZ TAPIA NICOLÁS I" userId="S::n.lopeztapia@uandresbello.edu::f451adaa-3e4c-4bc9-879b-4cc89bb9d8a4" providerId="AD" clId="Web-{00000000-0000-0000-0000-000000000000}" dt="2026-09-15T21:40:17.567" v="71" actId="1076"/>
          <ac:spMkLst>
            <pc:docMk/>
            <pc:sldMk cId="189081242" sldId="293"/>
            <ac:spMk id="17" creationId="{00000000-0000-0000-0000-000000000000}"/>
          </ac:spMkLst>
        </pc:spChg>
        <pc:picChg chg="mod">
          <ac:chgData name="LOPEZ TAPIA NICOLÁS I" userId="S::n.lopeztapia@uandresbello.edu::f451adaa-3e4c-4bc9-879b-4cc89bb9d8a4" providerId="AD" clId="Web-{00000000-0000-0000-0000-000000000000}" dt="2026-09-15T21:39:17.125" v="57" actId="1076"/>
          <ac:picMkLst>
            <pc:docMk/>
            <pc:sldMk cId="189081242" sldId="293"/>
            <ac:picMk id="2" creationId="{00000000-0000-0000-0000-000000000000}"/>
          </ac:picMkLst>
        </pc:picChg>
        <pc:picChg chg="mod">
          <ac:chgData name="LOPEZ TAPIA NICOLÁS I" userId="S::n.lopeztapia@uandresbello.edu::f451adaa-3e4c-4bc9-879b-4cc89bb9d8a4" providerId="AD" clId="Web-{00000000-0000-0000-0000-000000000000}" dt="2026-09-15T21:39:11.562" v="56" actId="14100"/>
          <ac:picMkLst>
            <pc:docMk/>
            <pc:sldMk cId="189081242" sldId="293"/>
            <ac:picMk id="7" creationId="{00000000-0000-0000-0000-000000000000}"/>
          </ac:picMkLst>
        </pc:picChg>
      </pc:sldChg>
      <pc:sldChg chg="modSp">
        <pc:chgData name="LOPEZ TAPIA NICOLÁS I" userId="S::n.lopeztapia@uandresbello.edu::f451adaa-3e4c-4bc9-879b-4cc89bb9d8a4" providerId="AD" clId="Web-{00000000-0000-0000-0000-000000000000}" dt="2026-09-15T21:40:28.630" v="72" actId="1076"/>
        <pc:sldMkLst>
          <pc:docMk/>
          <pc:sldMk cId="4025615869" sldId="294"/>
        </pc:sldMkLst>
        <pc:spChg chg="mod">
          <ac:chgData name="LOPEZ TAPIA NICOLÁS I" userId="S::n.lopeztapia@uandresbello.edu::f451adaa-3e4c-4bc9-879b-4cc89bb9d8a4" providerId="AD" clId="Web-{00000000-0000-0000-0000-000000000000}" dt="2026-09-15T21:40:28.630" v="72" actId="1076"/>
          <ac:spMkLst>
            <pc:docMk/>
            <pc:sldMk cId="4025615869" sldId="294"/>
            <ac:spMk id="17" creationId="{00000000-0000-0000-0000-000000000000}"/>
          </ac:spMkLst>
        </pc:spChg>
        <pc:picChg chg="mod">
          <ac:chgData name="LOPEZ TAPIA NICOLÁS I" userId="S::n.lopeztapia@uandresbello.edu::f451adaa-3e4c-4bc9-879b-4cc89bb9d8a4" providerId="AD" clId="Web-{00000000-0000-0000-0000-000000000000}" dt="2026-09-15T21:39:30.814" v="61" actId="1076"/>
          <ac:picMkLst>
            <pc:docMk/>
            <pc:sldMk cId="4025615869" sldId="294"/>
            <ac:picMk id="2" creationId="{00000000-0000-0000-0000-000000000000}"/>
          </ac:picMkLst>
        </pc:picChg>
        <pc:picChg chg="mod">
          <ac:chgData name="LOPEZ TAPIA NICOLÁS I" userId="S::n.lopeztapia@uandresbello.edu::f451adaa-3e4c-4bc9-879b-4cc89bb9d8a4" providerId="AD" clId="Web-{00000000-0000-0000-0000-000000000000}" dt="2026-09-15T21:39:24.032" v="59" actId="14100"/>
          <ac:picMkLst>
            <pc:docMk/>
            <pc:sldMk cId="4025615869" sldId="294"/>
            <ac:picMk id="7" creationId="{00000000-0000-0000-0000-000000000000}"/>
          </ac:picMkLst>
        </pc:picChg>
      </pc:sldChg>
      <pc:sldChg chg="modSp">
        <pc:chgData name="LOPEZ TAPIA NICOLÁS I" userId="S::n.lopeztapia@uandresbello.edu::f451adaa-3e4c-4bc9-879b-4cc89bb9d8a4" providerId="AD" clId="Web-{00000000-0000-0000-0000-000000000000}" dt="2026-09-15T21:39:47.799" v="65" actId="1076"/>
        <pc:sldMkLst>
          <pc:docMk/>
          <pc:sldMk cId="1061613997" sldId="295"/>
        </pc:sldMkLst>
        <pc:picChg chg="mod">
          <ac:chgData name="LOPEZ TAPIA NICOLÁS I" userId="S::n.lopeztapia@uandresbello.edu::f451adaa-3e4c-4bc9-879b-4cc89bb9d8a4" providerId="AD" clId="Web-{00000000-0000-0000-0000-000000000000}" dt="2026-09-15T21:39:47.799" v="65" actId="1076"/>
          <ac:picMkLst>
            <pc:docMk/>
            <pc:sldMk cId="1061613997" sldId="295"/>
            <ac:picMk id="2" creationId="{00000000-0000-0000-0000-000000000000}"/>
          </ac:picMkLst>
        </pc:picChg>
        <pc:picChg chg="mod">
          <ac:chgData name="LOPEZ TAPIA NICOLÁS I" userId="S::n.lopeztapia@uandresbello.edu::f451adaa-3e4c-4bc9-879b-4cc89bb9d8a4" providerId="AD" clId="Web-{00000000-0000-0000-0000-000000000000}" dt="2026-09-15T21:39:45.940" v="64" actId="14100"/>
          <ac:picMkLst>
            <pc:docMk/>
            <pc:sldMk cId="1061613997" sldId="295"/>
            <ac:picMk id="7" creationId="{00000000-0000-0000-0000-000000000000}"/>
          </ac:picMkLst>
        </pc:picChg>
      </pc:sldChg>
      <pc:sldChg chg="modSp">
        <pc:chgData name="LOPEZ TAPIA NICOLÁS I" userId="S::n.lopeztapia@uandresbello.edu::f451adaa-3e4c-4bc9-879b-4cc89bb9d8a4" providerId="AD" clId="Web-{00000000-0000-0000-0000-000000000000}" dt="2026-09-15T21:39:57.737" v="68" actId="1076"/>
        <pc:sldMkLst>
          <pc:docMk/>
          <pc:sldMk cId="3593821757" sldId="296"/>
        </pc:sldMkLst>
        <pc:picChg chg="mod">
          <ac:chgData name="LOPEZ TAPIA NICOLÁS I" userId="S::n.lopeztapia@uandresbello.edu::f451adaa-3e4c-4bc9-879b-4cc89bb9d8a4" providerId="AD" clId="Web-{00000000-0000-0000-0000-000000000000}" dt="2026-09-15T21:39:57.737" v="68" actId="1076"/>
          <ac:picMkLst>
            <pc:docMk/>
            <pc:sldMk cId="3593821757" sldId="296"/>
            <ac:picMk id="2" creationId="{00000000-0000-0000-0000-000000000000}"/>
          </ac:picMkLst>
        </pc:picChg>
        <pc:picChg chg="mod">
          <ac:chgData name="LOPEZ TAPIA NICOLÁS I" userId="S::n.lopeztapia@uandresbello.edu::f451adaa-3e4c-4bc9-879b-4cc89bb9d8a4" providerId="AD" clId="Web-{00000000-0000-0000-0000-000000000000}" dt="2026-09-15T21:39:55.456" v="67" actId="14100"/>
          <ac:picMkLst>
            <pc:docMk/>
            <pc:sldMk cId="3593821757" sldId="296"/>
            <ac:picMk id="7" creationId="{00000000-0000-0000-0000-000000000000}"/>
          </ac:picMkLst>
        </pc:picChg>
      </pc:sldChg>
    </pc:docChg>
  </pc:docChgLst>
  <pc:docChgLst>
    <pc:chgData name="SALAS ORTIZ FELIPE P" userId="S::f.salasortiz@uandresbello.edu::50b57c22-9f6d-44aa-ae83-adb288526a08" providerId="AD" clId="Web-{E668BF35-870D-644A-F5BD-04A6AD8E39FC}"/>
    <pc:docChg chg="modSld">
      <pc:chgData name="SALAS ORTIZ FELIPE P" userId="S::f.salasortiz@uandresbello.edu::50b57c22-9f6d-44aa-ae83-adb288526a08" providerId="AD" clId="Web-{E668BF35-870D-644A-F5BD-04A6AD8E39FC}" dt="2026-09-16T00:02:14.695" v="0"/>
      <pc:docMkLst>
        <pc:docMk/>
      </pc:docMkLst>
      <pc:sldChg chg="addSp">
        <pc:chgData name="SALAS ORTIZ FELIPE P" userId="S::f.salasortiz@uandresbello.edu::50b57c22-9f6d-44aa-ae83-adb288526a08" providerId="AD" clId="Web-{E668BF35-870D-644A-F5BD-04A6AD8E39FC}" dt="2026-09-16T00:02:14.695" v="0"/>
        <pc:sldMkLst>
          <pc:docMk/>
          <pc:sldMk cId="2497749680" sldId="308"/>
        </pc:sldMkLst>
      </pc:sldChg>
    </pc:docChg>
  </pc:docChgLst>
  <pc:docChgLst>
    <pc:chgData name="HERNÁNDEZ LEIVA ERICK D" userId="S::e.hernndezleiva@uandresbello.edu::9c5b8259-4361-4a22-8228-673ea94f99ad" providerId="AD" clId="Web-{43D3A674-D929-5016-E43B-CFC8C0E9BCA6}"/>
    <pc:docChg chg="modSld">
      <pc:chgData name="HERNÁNDEZ LEIVA ERICK D" userId="S::e.hernndezleiva@uandresbello.edu::9c5b8259-4361-4a22-8228-673ea94f99ad" providerId="AD" clId="Web-{43D3A674-D929-5016-E43B-CFC8C0E9BCA6}" dt="2026-09-16T01:10:45.435" v="0"/>
      <pc:docMkLst>
        <pc:docMk/>
      </pc:docMkLst>
      <pc:sldChg chg="delSp">
        <pc:chgData name="HERNÁNDEZ LEIVA ERICK D" userId="S::e.hernndezleiva@uandresbello.edu::9c5b8259-4361-4a22-8228-673ea94f99ad" providerId="AD" clId="Web-{43D3A674-D929-5016-E43B-CFC8C0E9BCA6}" dt="2026-09-16T01:10:45.435" v="0"/>
        <pc:sldMkLst>
          <pc:docMk/>
          <pc:sldMk cId="2497749680" sldId="308"/>
        </pc:sldMkLst>
      </pc:sldChg>
    </pc:docChg>
  </pc:docChgLst>
  <pc:docChgLst>
    <pc:chgData name="SALAS ORTIZ FELIPE P" userId="S::f.salasortiz@uandresbello.edu::50b57c22-9f6d-44aa-ae83-adb288526a08" providerId="AD" clId="Web-{D2008434-04B5-E7FE-ACF9-A8ABE801A1E9}"/>
    <pc:docChg chg="addSld delSld modSld">
      <pc:chgData name="SALAS ORTIZ FELIPE P" userId="S::f.salasortiz@uandresbello.edu::50b57c22-9f6d-44aa-ae83-adb288526a08" providerId="AD" clId="Web-{D2008434-04B5-E7FE-ACF9-A8ABE801A1E9}" dt="2026-10-04T20:29:04.965" v="238" actId="20577"/>
      <pc:docMkLst>
        <pc:docMk/>
      </pc:docMkLst>
      <pc:sldChg chg="modSp">
        <pc:chgData name="SALAS ORTIZ FELIPE P" userId="S::f.salasortiz@uandresbello.edu::50b57c22-9f6d-44aa-ae83-adb288526a08" providerId="AD" clId="Web-{D2008434-04B5-E7FE-ACF9-A8ABE801A1E9}" dt="2026-10-04T19:23:18.079" v="37" actId="20577"/>
        <pc:sldMkLst>
          <pc:docMk/>
          <pc:sldMk cId="1833661433" sldId="261"/>
        </pc:sldMkLst>
        <pc:spChg chg="mod">
          <ac:chgData name="SALAS ORTIZ FELIPE P" userId="S::f.salasortiz@uandresbello.edu::50b57c22-9f6d-44aa-ae83-adb288526a08" providerId="AD" clId="Web-{D2008434-04B5-E7FE-ACF9-A8ABE801A1E9}" dt="2026-10-04T19:23:18.079" v="37" actId="20577"/>
          <ac:spMkLst>
            <pc:docMk/>
            <pc:sldMk cId="1833661433" sldId="261"/>
            <ac:spMk id="31" creationId="{7A7A2E5E-4A91-298E-2FCC-677BDD1CDDD2}"/>
          </ac:spMkLst>
        </pc:spChg>
      </pc:sldChg>
      <pc:sldChg chg="modSp">
        <pc:chgData name="SALAS ORTIZ FELIPE P" userId="S::f.salasortiz@uandresbello.edu::50b57c22-9f6d-44aa-ae83-adb288526a08" providerId="AD" clId="Web-{D2008434-04B5-E7FE-ACF9-A8ABE801A1E9}" dt="2026-10-04T19:20:58.696" v="32" actId="20577"/>
        <pc:sldMkLst>
          <pc:docMk/>
          <pc:sldMk cId="1976574588" sldId="290"/>
        </pc:sldMkLst>
        <pc:spChg chg="mod">
          <ac:chgData name="SALAS ORTIZ FELIPE P" userId="S::f.salasortiz@uandresbello.edu::50b57c22-9f6d-44aa-ae83-adb288526a08" providerId="AD" clId="Web-{D2008434-04B5-E7FE-ACF9-A8ABE801A1E9}" dt="2026-10-04T19:20:58.696" v="32" actId="20577"/>
          <ac:spMkLst>
            <pc:docMk/>
            <pc:sldMk cId="1976574588" sldId="290"/>
            <ac:spMk id="4" creationId="{32031B55-3DAC-DC53-0BA3-C29EFC8173A0}"/>
          </ac:spMkLst>
        </pc:spChg>
        <pc:spChg chg="mod">
          <ac:chgData name="SALAS ORTIZ FELIPE P" userId="S::f.salasortiz@uandresbello.edu::50b57c22-9f6d-44aa-ae83-adb288526a08" providerId="AD" clId="Web-{D2008434-04B5-E7FE-ACF9-A8ABE801A1E9}" dt="2026-10-04T19:19:38.163" v="8" actId="20577"/>
          <ac:spMkLst>
            <pc:docMk/>
            <pc:sldMk cId="1976574588" sldId="290"/>
            <ac:spMk id="10" creationId="{22DD29B8-2FDF-1A8F-3581-F03D3173C051}"/>
          </ac:spMkLst>
        </pc:spChg>
      </pc:sldChg>
      <pc:sldChg chg="modSp">
        <pc:chgData name="SALAS ORTIZ FELIPE P" userId="S::f.salasortiz@uandresbello.edu::50b57c22-9f6d-44aa-ae83-adb288526a08" providerId="AD" clId="Web-{D2008434-04B5-E7FE-ACF9-A8ABE801A1E9}" dt="2026-10-04T19:34:59.216" v="44" actId="20577"/>
        <pc:sldMkLst>
          <pc:docMk/>
          <pc:sldMk cId="4025615869" sldId="294"/>
        </pc:sldMkLst>
        <pc:spChg chg="mod">
          <ac:chgData name="SALAS ORTIZ FELIPE P" userId="S::f.salasortiz@uandresbello.edu::50b57c22-9f6d-44aa-ae83-adb288526a08" providerId="AD" clId="Web-{D2008434-04B5-E7FE-ACF9-A8ABE801A1E9}" dt="2026-10-04T19:34:48.903" v="41" actId="20577"/>
          <ac:spMkLst>
            <pc:docMk/>
            <pc:sldMk cId="4025615869" sldId="294"/>
            <ac:spMk id="23" creationId="{00000000-0000-0000-0000-000000000000}"/>
          </ac:spMkLst>
        </pc:spChg>
        <pc:spChg chg="mod">
          <ac:chgData name="SALAS ORTIZ FELIPE P" userId="S::f.salasortiz@uandresbello.edu::50b57c22-9f6d-44aa-ae83-adb288526a08" providerId="AD" clId="Web-{D2008434-04B5-E7FE-ACF9-A8ABE801A1E9}" dt="2026-10-04T19:34:59.216" v="44" actId="20577"/>
          <ac:spMkLst>
            <pc:docMk/>
            <pc:sldMk cId="4025615869" sldId="294"/>
            <ac:spMk id="24" creationId="{00000000-0000-0000-0000-000000000000}"/>
          </ac:spMkLst>
        </pc:spChg>
      </pc:sldChg>
      <pc:sldChg chg="addSp delSp modSp">
        <pc:chgData name="SALAS ORTIZ FELIPE P" userId="S::f.salasortiz@uandresbello.edu::50b57c22-9f6d-44aa-ae83-adb288526a08" providerId="AD" clId="Web-{D2008434-04B5-E7FE-ACF9-A8ABE801A1E9}" dt="2026-10-04T19:43:50.819" v="85" actId="20577"/>
        <pc:sldMkLst>
          <pc:docMk/>
          <pc:sldMk cId="1061613997" sldId="295"/>
        </pc:sldMkLst>
        <pc:spChg chg="mod">
          <ac:chgData name="SALAS ORTIZ FELIPE P" userId="S::f.salasortiz@uandresbello.edu::50b57c22-9f6d-44aa-ae83-adb288526a08" providerId="AD" clId="Web-{D2008434-04B5-E7FE-ACF9-A8ABE801A1E9}" dt="2026-10-04T19:36:12.295" v="47" actId="20577"/>
          <ac:spMkLst>
            <pc:docMk/>
            <pc:sldMk cId="1061613997" sldId="295"/>
            <ac:spMk id="24" creationId="{00000000-0000-0000-0000-000000000000}"/>
          </ac:spMkLst>
        </pc:spChg>
        <pc:spChg chg="mod">
          <ac:chgData name="SALAS ORTIZ FELIPE P" userId="S::f.salasortiz@uandresbello.edu::50b57c22-9f6d-44aa-ae83-adb288526a08" providerId="AD" clId="Web-{D2008434-04B5-E7FE-ACF9-A8ABE801A1E9}" dt="2026-10-04T19:36:32.061" v="59" actId="20577"/>
          <ac:spMkLst>
            <pc:docMk/>
            <pc:sldMk cId="1061613997" sldId="295"/>
            <ac:spMk id="26" creationId="{00000000-0000-0000-0000-000000000000}"/>
          </ac:spMkLst>
        </pc:spChg>
        <pc:spChg chg="mod">
          <ac:chgData name="SALAS ORTIZ FELIPE P" userId="S::f.salasortiz@uandresbello.edu::50b57c22-9f6d-44aa-ae83-adb288526a08" providerId="AD" clId="Web-{D2008434-04B5-E7FE-ACF9-A8ABE801A1E9}" dt="2026-10-04T19:43:50.819" v="85" actId="20577"/>
          <ac:spMkLst>
            <pc:docMk/>
            <pc:sldMk cId="1061613997" sldId="295"/>
            <ac:spMk id="28" creationId="{00000000-0000-0000-0000-000000000000}"/>
          </ac:spMkLst>
        </pc:spChg>
        <pc:picChg chg="add del mod">
          <ac:chgData name="SALAS ORTIZ FELIPE P" userId="S::f.salasortiz@uandresbello.edu::50b57c22-9f6d-44aa-ae83-adb288526a08" providerId="AD" clId="Web-{D2008434-04B5-E7FE-ACF9-A8ABE801A1E9}" dt="2026-10-04T19:41:22.942" v="61"/>
          <ac:picMkLst>
            <pc:docMk/>
            <pc:sldMk cId="1061613997" sldId="295"/>
            <ac:picMk id="4" creationId="{24637EF6-1234-FCB0-B967-37CB138FBE06}"/>
          </ac:picMkLst>
        </pc:picChg>
        <pc:picChg chg="add mod">
          <ac:chgData name="SALAS ORTIZ FELIPE P" userId="S::f.salasortiz@uandresbello.edu::50b57c22-9f6d-44aa-ae83-adb288526a08" providerId="AD" clId="Web-{D2008434-04B5-E7FE-ACF9-A8ABE801A1E9}" dt="2026-10-04T19:42:42.881" v="74" actId="1076"/>
          <ac:picMkLst>
            <pc:docMk/>
            <pc:sldMk cId="1061613997" sldId="295"/>
            <ac:picMk id="5" creationId="{F7C4E697-AE56-92B6-E1EB-0D82B94D7091}"/>
          </ac:picMkLst>
        </pc:picChg>
        <pc:picChg chg="del">
          <ac:chgData name="SALAS ORTIZ FELIPE P" userId="S::f.salasortiz@uandresbello.edu::50b57c22-9f6d-44aa-ae83-adb288526a08" providerId="AD" clId="Web-{D2008434-04B5-E7FE-ACF9-A8ABE801A1E9}" dt="2026-10-04T19:42:27.193" v="70"/>
          <ac:picMkLst>
            <pc:docMk/>
            <pc:sldMk cId="1061613997" sldId="295"/>
            <ac:picMk id="10" creationId="{00000000-0000-0000-0000-000000000000}"/>
          </ac:picMkLst>
        </pc:picChg>
      </pc:sldChg>
      <pc:sldChg chg="modSp">
        <pc:chgData name="SALAS ORTIZ FELIPE P" userId="S::f.salasortiz@uandresbello.edu::50b57c22-9f6d-44aa-ae83-adb288526a08" providerId="AD" clId="Web-{D2008434-04B5-E7FE-ACF9-A8ABE801A1E9}" dt="2026-10-04T19:44:14.413" v="92" actId="20577"/>
        <pc:sldMkLst>
          <pc:docMk/>
          <pc:sldMk cId="3593821757" sldId="296"/>
        </pc:sldMkLst>
        <pc:spChg chg="mod">
          <ac:chgData name="SALAS ORTIZ FELIPE P" userId="S::f.salasortiz@uandresbello.edu::50b57c22-9f6d-44aa-ae83-adb288526a08" providerId="AD" clId="Web-{D2008434-04B5-E7FE-ACF9-A8ABE801A1E9}" dt="2026-10-04T19:43:36.350" v="76" actId="20577"/>
          <ac:spMkLst>
            <pc:docMk/>
            <pc:sldMk cId="3593821757" sldId="296"/>
            <ac:spMk id="10" creationId="{00000000-0000-0000-0000-000000000000}"/>
          </ac:spMkLst>
        </pc:spChg>
        <pc:spChg chg="mod">
          <ac:chgData name="SALAS ORTIZ FELIPE P" userId="S::f.salasortiz@uandresbello.edu::50b57c22-9f6d-44aa-ae83-adb288526a08" providerId="AD" clId="Web-{D2008434-04B5-E7FE-ACF9-A8ABE801A1E9}" dt="2026-10-04T19:44:14.413" v="92" actId="20577"/>
          <ac:spMkLst>
            <pc:docMk/>
            <pc:sldMk cId="3593821757" sldId="296"/>
            <ac:spMk id="12" creationId="{00000000-0000-0000-0000-000000000000}"/>
          </ac:spMkLst>
        </pc:spChg>
      </pc:sldChg>
      <pc:sldChg chg="addSp delSp modSp">
        <pc:chgData name="SALAS ORTIZ FELIPE P" userId="S::f.salasortiz@uandresbello.edu::50b57c22-9f6d-44aa-ae83-adb288526a08" providerId="AD" clId="Web-{D2008434-04B5-E7FE-ACF9-A8ABE801A1E9}" dt="2026-10-04T20:08:42.630" v="119" actId="20577"/>
        <pc:sldMkLst>
          <pc:docMk/>
          <pc:sldMk cId="198021048" sldId="298"/>
        </pc:sldMkLst>
        <pc:spChg chg="mod">
          <ac:chgData name="SALAS ORTIZ FELIPE P" userId="S::f.salasortiz@uandresbello.edu::50b57c22-9f6d-44aa-ae83-adb288526a08" providerId="AD" clId="Web-{D2008434-04B5-E7FE-ACF9-A8ABE801A1E9}" dt="2026-10-04T20:08:36.365" v="112" actId="20577"/>
          <ac:spMkLst>
            <pc:docMk/>
            <pc:sldMk cId="198021048" sldId="298"/>
            <ac:spMk id="17" creationId="{00000000-0000-0000-0000-000000000000}"/>
          </ac:spMkLst>
        </pc:spChg>
        <pc:spChg chg="mod">
          <ac:chgData name="SALAS ORTIZ FELIPE P" userId="S::f.salasortiz@uandresbello.edu::50b57c22-9f6d-44aa-ae83-adb288526a08" providerId="AD" clId="Web-{D2008434-04B5-E7FE-ACF9-A8ABE801A1E9}" dt="2026-10-04T20:08:42.630" v="119" actId="20577"/>
          <ac:spMkLst>
            <pc:docMk/>
            <pc:sldMk cId="198021048" sldId="298"/>
            <ac:spMk id="23" creationId="{00000000-0000-0000-0000-000000000000}"/>
          </ac:spMkLst>
        </pc:spChg>
        <pc:picChg chg="add del mod">
          <ac:chgData name="SALAS ORTIZ FELIPE P" userId="S::f.salasortiz@uandresbello.edu::50b57c22-9f6d-44aa-ae83-adb288526a08" providerId="AD" clId="Web-{D2008434-04B5-E7FE-ACF9-A8ABE801A1E9}" dt="2026-10-04T20:05:41.408" v="96"/>
          <ac:picMkLst>
            <pc:docMk/>
            <pc:sldMk cId="198021048" sldId="298"/>
            <ac:picMk id="3" creationId="{C70A51B1-4368-4C7D-9D94-CB817ECC79EF}"/>
          </ac:picMkLst>
        </pc:picChg>
        <pc:picChg chg="add mod">
          <ac:chgData name="SALAS ORTIZ FELIPE P" userId="S::f.salasortiz@uandresbello.edu::50b57c22-9f6d-44aa-ae83-adb288526a08" providerId="AD" clId="Web-{D2008434-04B5-E7FE-ACF9-A8ABE801A1E9}" dt="2026-10-04T20:08:05.442" v="102" actId="14100"/>
          <ac:picMkLst>
            <pc:docMk/>
            <pc:sldMk cId="198021048" sldId="298"/>
            <ac:picMk id="6" creationId="{209E2C7B-0ADC-23BC-B2C3-298AB9A6845E}"/>
          </ac:picMkLst>
        </pc:picChg>
        <pc:picChg chg="del">
          <ac:chgData name="SALAS ORTIZ FELIPE P" userId="S::f.salasortiz@uandresbello.edu::50b57c22-9f6d-44aa-ae83-adb288526a08" providerId="AD" clId="Web-{D2008434-04B5-E7FE-ACF9-A8ABE801A1E9}" dt="2026-10-04T20:07:49.223" v="98"/>
          <ac:picMkLst>
            <pc:docMk/>
            <pc:sldMk cId="198021048" sldId="298"/>
            <ac:picMk id="10" creationId="{00000000-0000-0000-0000-000000000000}"/>
          </ac:picMkLst>
        </pc:picChg>
      </pc:sldChg>
      <pc:sldChg chg="modSp">
        <pc:chgData name="SALAS ORTIZ FELIPE P" userId="S::f.salasortiz@uandresbello.edu::50b57c22-9f6d-44aa-ae83-adb288526a08" providerId="AD" clId="Web-{D2008434-04B5-E7FE-ACF9-A8ABE801A1E9}" dt="2026-10-04T20:19:16.954" v="122" actId="20577"/>
        <pc:sldMkLst>
          <pc:docMk/>
          <pc:sldMk cId="1291934640" sldId="300"/>
        </pc:sldMkLst>
        <pc:spChg chg="mod">
          <ac:chgData name="SALAS ORTIZ FELIPE P" userId="S::f.salasortiz@uandresbello.edu::50b57c22-9f6d-44aa-ae83-adb288526a08" providerId="AD" clId="Web-{D2008434-04B5-E7FE-ACF9-A8ABE801A1E9}" dt="2026-10-04T20:19:16.954" v="122" actId="20577"/>
          <ac:spMkLst>
            <pc:docMk/>
            <pc:sldMk cId="1291934640" sldId="300"/>
            <ac:spMk id="16" creationId="{00000000-0000-0000-0000-000000000000}"/>
          </ac:spMkLst>
        </pc:spChg>
      </pc:sldChg>
      <pc:sldChg chg="modSp">
        <pc:chgData name="SALAS ORTIZ FELIPE P" userId="S::f.salasortiz@uandresbello.edu::50b57c22-9f6d-44aa-ae83-adb288526a08" providerId="AD" clId="Web-{D2008434-04B5-E7FE-ACF9-A8ABE801A1E9}" dt="2026-10-04T20:19:54.314" v="183" actId="20577"/>
        <pc:sldMkLst>
          <pc:docMk/>
          <pc:sldMk cId="278791323" sldId="302"/>
        </pc:sldMkLst>
        <pc:spChg chg="mod">
          <ac:chgData name="SALAS ORTIZ FELIPE P" userId="S::f.salasortiz@uandresbello.edu::50b57c22-9f6d-44aa-ae83-adb288526a08" providerId="AD" clId="Web-{D2008434-04B5-E7FE-ACF9-A8ABE801A1E9}" dt="2026-10-04T20:19:32.595" v="132" actId="20577"/>
          <ac:spMkLst>
            <pc:docMk/>
            <pc:sldMk cId="278791323" sldId="302"/>
            <ac:spMk id="10" creationId="{00000000-0000-0000-0000-000000000000}"/>
          </ac:spMkLst>
        </pc:spChg>
        <pc:spChg chg="mod">
          <ac:chgData name="SALAS ORTIZ FELIPE P" userId="S::f.salasortiz@uandresbello.edu::50b57c22-9f6d-44aa-ae83-adb288526a08" providerId="AD" clId="Web-{D2008434-04B5-E7FE-ACF9-A8ABE801A1E9}" dt="2026-10-04T20:19:54.314" v="183" actId="20577"/>
          <ac:spMkLst>
            <pc:docMk/>
            <pc:sldMk cId="278791323" sldId="302"/>
            <ac:spMk id="38" creationId="{00000000-0000-0000-0000-000000000000}"/>
          </ac:spMkLst>
        </pc:spChg>
        <pc:graphicFrameChg chg="mod modGraphic">
          <ac:chgData name="SALAS ORTIZ FELIPE P" userId="S::f.salasortiz@uandresbello.edu::50b57c22-9f6d-44aa-ae83-adb288526a08" providerId="AD" clId="Web-{D2008434-04B5-E7FE-ACF9-A8ABE801A1E9}" dt="2026-10-04T20:19:46.611" v="180"/>
          <ac:graphicFrameMkLst>
            <pc:docMk/>
            <pc:sldMk cId="278791323" sldId="302"/>
            <ac:graphicFrameMk id="35" creationId="{00000000-0000-0000-0000-000000000000}"/>
          </ac:graphicFrameMkLst>
        </pc:graphicFrameChg>
      </pc:sldChg>
      <pc:sldChg chg="modSp">
        <pc:chgData name="SALAS ORTIZ FELIPE P" userId="S::f.salasortiz@uandresbello.edu::50b57c22-9f6d-44aa-ae83-adb288526a08" providerId="AD" clId="Web-{D2008434-04B5-E7FE-ACF9-A8ABE801A1E9}" dt="2026-10-04T20:20:04.018" v="186" actId="20577"/>
        <pc:sldMkLst>
          <pc:docMk/>
          <pc:sldMk cId="847515582" sldId="303"/>
        </pc:sldMkLst>
        <pc:spChg chg="mod">
          <ac:chgData name="SALAS ORTIZ FELIPE P" userId="S::f.salasortiz@uandresbello.edu::50b57c22-9f6d-44aa-ae83-adb288526a08" providerId="AD" clId="Web-{D2008434-04B5-E7FE-ACF9-A8ABE801A1E9}" dt="2026-10-04T20:20:04.018" v="186" actId="20577"/>
          <ac:spMkLst>
            <pc:docMk/>
            <pc:sldMk cId="847515582" sldId="303"/>
            <ac:spMk id="30" creationId="{00000000-0000-0000-0000-000000000000}"/>
          </ac:spMkLst>
        </pc:spChg>
      </pc:sldChg>
      <pc:sldChg chg="modSp">
        <pc:chgData name="SALAS ORTIZ FELIPE P" userId="S::f.salasortiz@uandresbello.edu::50b57c22-9f6d-44aa-ae83-adb288526a08" providerId="AD" clId="Web-{D2008434-04B5-E7FE-ACF9-A8ABE801A1E9}" dt="2026-10-04T20:22:33.911" v="198" actId="20577"/>
        <pc:sldMkLst>
          <pc:docMk/>
          <pc:sldMk cId="1363530288" sldId="304"/>
        </pc:sldMkLst>
        <pc:spChg chg="mod">
          <ac:chgData name="SALAS ORTIZ FELIPE P" userId="S::f.salasortiz@uandresbello.edu::50b57c22-9f6d-44aa-ae83-adb288526a08" providerId="AD" clId="Web-{D2008434-04B5-E7FE-ACF9-A8ABE801A1E9}" dt="2026-10-04T20:22:30.442" v="189" actId="20577"/>
          <ac:spMkLst>
            <pc:docMk/>
            <pc:sldMk cId="1363530288" sldId="304"/>
            <ac:spMk id="30" creationId="{00000000-0000-0000-0000-000000000000}"/>
          </ac:spMkLst>
        </pc:spChg>
        <pc:spChg chg="mod">
          <ac:chgData name="SALAS ORTIZ FELIPE P" userId="S::f.salasortiz@uandresbello.edu::50b57c22-9f6d-44aa-ae83-adb288526a08" providerId="AD" clId="Web-{D2008434-04B5-E7FE-ACF9-A8ABE801A1E9}" dt="2026-10-04T20:22:33.911" v="198" actId="20577"/>
          <ac:spMkLst>
            <pc:docMk/>
            <pc:sldMk cId="1363530288" sldId="304"/>
            <ac:spMk id="32" creationId="{00000000-0000-0000-0000-000000000000}"/>
          </ac:spMkLst>
        </pc:spChg>
      </pc:sldChg>
      <pc:sldChg chg="modSp">
        <pc:chgData name="SALAS ORTIZ FELIPE P" userId="S::f.salasortiz@uandresbello.edu::50b57c22-9f6d-44aa-ae83-adb288526a08" providerId="AD" clId="Web-{D2008434-04B5-E7FE-ACF9-A8ABE801A1E9}" dt="2026-10-04T20:24:08.928" v="201" actId="20577"/>
        <pc:sldMkLst>
          <pc:docMk/>
          <pc:sldMk cId="1067156345" sldId="305"/>
        </pc:sldMkLst>
        <pc:spChg chg="mod">
          <ac:chgData name="SALAS ORTIZ FELIPE P" userId="S::f.salasortiz@uandresbello.edu::50b57c22-9f6d-44aa-ae83-adb288526a08" providerId="AD" clId="Web-{D2008434-04B5-E7FE-ACF9-A8ABE801A1E9}" dt="2026-10-04T20:24:08.928" v="201" actId="20577"/>
          <ac:spMkLst>
            <pc:docMk/>
            <pc:sldMk cId="1067156345" sldId="305"/>
            <ac:spMk id="30" creationId="{00000000-0000-0000-0000-000000000000}"/>
          </ac:spMkLst>
        </pc:spChg>
      </pc:sldChg>
      <pc:sldChg chg="modSp">
        <pc:chgData name="SALAS ORTIZ FELIPE P" userId="S::f.salasortiz@uandresbello.edu::50b57c22-9f6d-44aa-ae83-adb288526a08" providerId="AD" clId="Web-{D2008434-04B5-E7FE-ACF9-A8ABE801A1E9}" dt="2026-10-04T20:24:17.069" v="204" actId="20577"/>
        <pc:sldMkLst>
          <pc:docMk/>
          <pc:sldMk cId="1498931609" sldId="306"/>
        </pc:sldMkLst>
        <pc:spChg chg="mod">
          <ac:chgData name="SALAS ORTIZ FELIPE P" userId="S::f.salasortiz@uandresbello.edu::50b57c22-9f6d-44aa-ae83-adb288526a08" providerId="AD" clId="Web-{D2008434-04B5-E7FE-ACF9-A8ABE801A1E9}" dt="2026-10-04T20:24:17.069" v="204" actId="20577"/>
          <ac:spMkLst>
            <pc:docMk/>
            <pc:sldMk cId="1498931609" sldId="306"/>
            <ac:spMk id="14" creationId="{00000000-0000-0000-0000-000000000000}"/>
          </ac:spMkLst>
        </pc:spChg>
      </pc:sldChg>
      <pc:sldChg chg="modSp">
        <pc:chgData name="SALAS ORTIZ FELIPE P" userId="S::f.salasortiz@uandresbello.edu::50b57c22-9f6d-44aa-ae83-adb288526a08" providerId="AD" clId="Web-{D2008434-04B5-E7FE-ACF9-A8ABE801A1E9}" dt="2026-10-04T20:25:20.648" v="232" actId="20577"/>
        <pc:sldMkLst>
          <pc:docMk/>
          <pc:sldMk cId="2497749680" sldId="308"/>
        </pc:sldMkLst>
        <pc:spChg chg="mod">
          <ac:chgData name="SALAS ORTIZ FELIPE P" userId="S::f.salasortiz@uandresbello.edu::50b57c22-9f6d-44aa-ae83-adb288526a08" providerId="AD" clId="Web-{D2008434-04B5-E7FE-ACF9-A8ABE801A1E9}" dt="2026-10-04T20:25:20.648" v="232" actId="20577"/>
          <ac:spMkLst>
            <pc:docMk/>
            <pc:sldMk cId="2497749680" sldId="308"/>
            <ac:spMk id="28" creationId="{00000000-0000-0000-0000-000000000000}"/>
          </ac:spMkLst>
        </pc:spChg>
      </pc:sldChg>
      <pc:sldChg chg="modSp">
        <pc:chgData name="SALAS ORTIZ FELIPE P" userId="S::f.salasortiz@uandresbello.edu::50b57c22-9f6d-44aa-ae83-adb288526a08" providerId="AD" clId="Web-{D2008434-04B5-E7FE-ACF9-A8ABE801A1E9}" dt="2026-10-04T19:23:26.969" v="38" actId="20577"/>
        <pc:sldMkLst>
          <pc:docMk/>
          <pc:sldMk cId="1986497590" sldId="309"/>
        </pc:sldMkLst>
        <pc:spChg chg="mod">
          <ac:chgData name="SALAS ORTIZ FELIPE P" userId="S::f.salasortiz@uandresbello.edu::50b57c22-9f6d-44aa-ae83-adb288526a08" providerId="AD" clId="Web-{D2008434-04B5-E7FE-ACF9-A8ABE801A1E9}" dt="2026-10-04T19:23:26.969" v="38" actId="20577"/>
          <ac:spMkLst>
            <pc:docMk/>
            <pc:sldMk cId="1986497590" sldId="309"/>
            <ac:spMk id="31" creationId="{1E2552DA-5834-74B4-1581-F92CCC76131F}"/>
          </ac:spMkLst>
        </pc:spChg>
      </pc:sldChg>
      <pc:sldChg chg="modSp">
        <pc:chgData name="SALAS ORTIZ FELIPE P" userId="S::f.salasortiz@uandresbello.edu::50b57c22-9f6d-44aa-ae83-adb288526a08" providerId="AD" clId="Web-{D2008434-04B5-E7FE-ACF9-A8ABE801A1E9}" dt="2026-10-04T19:22:29.265" v="36" actId="20577"/>
        <pc:sldMkLst>
          <pc:docMk/>
          <pc:sldMk cId="3612182009" sldId="310"/>
        </pc:sldMkLst>
        <pc:spChg chg="mod">
          <ac:chgData name="SALAS ORTIZ FELIPE P" userId="S::f.salasortiz@uandresbello.edu::50b57c22-9f6d-44aa-ae83-adb288526a08" providerId="AD" clId="Web-{D2008434-04B5-E7FE-ACF9-A8ABE801A1E9}" dt="2026-10-04T19:22:29.265" v="36" actId="20577"/>
          <ac:spMkLst>
            <pc:docMk/>
            <pc:sldMk cId="3612182009" sldId="310"/>
            <ac:spMk id="12" creationId="{00000000-0000-0000-0000-000000000000}"/>
          </ac:spMkLst>
        </pc:spChg>
      </pc:sldChg>
      <pc:sldChg chg="modSp">
        <pc:chgData name="SALAS ORTIZ FELIPE P" userId="S::f.salasortiz@uandresbello.edu::50b57c22-9f6d-44aa-ae83-adb288526a08" providerId="AD" clId="Web-{D2008434-04B5-E7FE-ACF9-A8ABE801A1E9}" dt="2026-10-04T20:25:11.195" v="228" actId="20577"/>
        <pc:sldMkLst>
          <pc:docMk/>
          <pc:sldMk cId="3947133572" sldId="311"/>
        </pc:sldMkLst>
        <pc:spChg chg="mod">
          <ac:chgData name="SALAS ORTIZ FELIPE P" userId="S::f.salasortiz@uandresbello.edu::50b57c22-9f6d-44aa-ae83-adb288526a08" providerId="AD" clId="Web-{D2008434-04B5-E7FE-ACF9-A8ABE801A1E9}" dt="2026-10-04T20:25:11.195" v="228" actId="20577"/>
          <ac:spMkLst>
            <pc:docMk/>
            <pc:sldMk cId="3947133572" sldId="311"/>
            <ac:spMk id="10" creationId="{00000000-0000-0000-0000-000000000000}"/>
          </ac:spMkLst>
        </pc:spChg>
        <pc:spChg chg="mod">
          <ac:chgData name="SALAS ORTIZ FELIPE P" userId="S::f.salasortiz@uandresbello.edu::50b57c22-9f6d-44aa-ae83-adb288526a08" providerId="AD" clId="Web-{D2008434-04B5-E7FE-ACF9-A8ABE801A1E9}" dt="2026-10-04T20:24:45.273" v="218" actId="20577"/>
          <ac:spMkLst>
            <pc:docMk/>
            <pc:sldMk cId="3947133572" sldId="311"/>
            <ac:spMk id="12" creationId="{00000000-0000-0000-0000-000000000000}"/>
          </ac:spMkLst>
        </pc:spChg>
        <pc:spChg chg="mod">
          <ac:chgData name="SALAS ORTIZ FELIPE P" userId="S::f.salasortiz@uandresbello.edu::50b57c22-9f6d-44aa-ae83-adb288526a08" providerId="AD" clId="Web-{D2008434-04B5-E7FE-ACF9-A8ABE801A1E9}" dt="2026-10-04T20:24:58.789" v="222" actId="20577"/>
          <ac:spMkLst>
            <pc:docMk/>
            <pc:sldMk cId="3947133572" sldId="311"/>
            <ac:spMk id="14" creationId="{00000000-0000-0000-0000-000000000000}"/>
          </ac:spMkLst>
        </pc:spChg>
        <pc:spChg chg="mod">
          <ac:chgData name="SALAS ORTIZ FELIPE P" userId="S::f.salasortiz@uandresbello.edu::50b57c22-9f6d-44aa-ae83-adb288526a08" providerId="AD" clId="Web-{D2008434-04B5-E7FE-ACF9-A8ABE801A1E9}" dt="2026-10-04T20:24:41.538" v="215" actId="20577"/>
          <ac:spMkLst>
            <pc:docMk/>
            <pc:sldMk cId="3947133572" sldId="311"/>
            <ac:spMk id="16" creationId="{00000000-0000-0000-0000-000000000000}"/>
          </ac:spMkLst>
        </pc:spChg>
        <pc:spChg chg="mod">
          <ac:chgData name="SALAS ORTIZ FELIPE P" userId="S::f.salasortiz@uandresbello.edu::50b57c22-9f6d-44aa-ae83-adb288526a08" providerId="AD" clId="Web-{D2008434-04B5-E7FE-ACF9-A8ABE801A1E9}" dt="2026-10-04T20:25:03.961" v="225" actId="20577"/>
          <ac:spMkLst>
            <pc:docMk/>
            <pc:sldMk cId="3947133572" sldId="311"/>
            <ac:spMk id="18" creationId="{00000000-0000-0000-0000-000000000000}"/>
          </ac:spMkLst>
        </pc:spChg>
      </pc:sldChg>
      <pc:sldChg chg="modSp">
        <pc:chgData name="SALAS ORTIZ FELIPE P" userId="S::f.salasortiz@uandresbello.edu::50b57c22-9f6d-44aa-ae83-adb288526a08" providerId="AD" clId="Web-{D2008434-04B5-E7FE-ACF9-A8ABE801A1E9}" dt="2026-10-04T20:24:35.569" v="212" actId="20577"/>
        <pc:sldMkLst>
          <pc:docMk/>
          <pc:sldMk cId="3947133572" sldId="312"/>
        </pc:sldMkLst>
        <pc:spChg chg="mod">
          <ac:chgData name="SALAS ORTIZ FELIPE P" userId="S::f.salasortiz@uandresbello.edu::50b57c22-9f6d-44aa-ae83-adb288526a08" providerId="AD" clId="Web-{D2008434-04B5-E7FE-ACF9-A8ABE801A1E9}" dt="2026-10-04T20:24:35.569" v="212" actId="20577"/>
          <ac:spMkLst>
            <pc:docMk/>
            <pc:sldMk cId="3947133572" sldId="312"/>
            <ac:spMk id="21" creationId="{00000000-0000-0000-0000-000000000000}"/>
          </ac:spMkLst>
        </pc:spChg>
      </pc:sldChg>
      <pc:sldChg chg="modSp add replId">
        <pc:chgData name="SALAS ORTIZ FELIPE P" userId="S::f.salasortiz@uandresbello.edu::50b57c22-9f6d-44aa-ae83-adb288526a08" providerId="AD" clId="Web-{D2008434-04B5-E7FE-ACF9-A8ABE801A1E9}" dt="2026-10-04T20:29:04.965" v="238" actId="20577"/>
        <pc:sldMkLst>
          <pc:docMk/>
          <pc:sldMk cId="1237064351" sldId="313"/>
        </pc:sldMkLst>
        <pc:spChg chg="mod">
          <ac:chgData name="SALAS ORTIZ FELIPE P" userId="S::f.salasortiz@uandresbello.edu::50b57c22-9f6d-44aa-ae83-adb288526a08" providerId="AD" clId="Web-{D2008434-04B5-E7FE-ACF9-A8ABE801A1E9}" dt="2026-10-04T20:29:04.965" v="238" actId="20577"/>
          <ac:spMkLst>
            <pc:docMk/>
            <pc:sldMk cId="1237064351" sldId="313"/>
            <ac:spMk id="9" creationId="{308DEB55-141B-D113-578B-3962CF8C68E2}"/>
          </ac:spMkLst>
        </pc:spChg>
        <pc:picChg chg="mod">
          <ac:chgData name="SALAS ORTIZ FELIPE P" userId="S::f.salasortiz@uandresbello.edu::50b57c22-9f6d-44aa-ae83-adb288526a08" providerId="AD" clId="Web-{D2008434-04B5-E7FE-ACF9-A8ABE801A1E9}" dt="2026-10-04T20:05:52.830" v="97" actId="1076"/>
          <ac:picMkLst>
            <pc:docMk/>
            <pc:sldMk cId="1237064351" sldId="313"/>
            <ac:picMk id="3" creationId="{575E5B16-DF36-6101-E69B-5C1F8732CF10}"/>
          </ac:picMkLst>
        </pc:picChg>
      </pc:sldChg>
      <pc:sldChg chg="add del replId">
        <pc:chgData name="SALAS ORTIZ FELIPE P" userId="S::f.salasortiz@uandresbello.edu::50b57c22-9f6d-44aa-ae83-adb288526a08" providerId="AD" clId="Web-{D2008434-04B5-E7FE-ACF9-A8ABE801A1E9}" dt="2026-10-04T20:07:51.270" v="100"/>
        <pc:sldMkLst>
          <pc:docMk/>
          <pc:sldMk cId="3164228952" sldId="31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347D60-E39B-E041-B6CE-3FDC1A8BB989}" type="datetimeFigureOut">
              <a:rPr lang="es-ES_tradnl" smtClean="0"/>
              <a:t>04/10/2026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AD1966-643A-ED45-BFF9-B0FE18A32E2B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63301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D1966-643A-ED45-BFF9-B0FE18A32E2B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2732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D1966-643A-ED45-BFF9-B0FE18A32E2B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63397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D1966-643A-ED45-BFF9-B0FE18A32E2B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68819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D1966-643A-ED45-BFF9-B0FE18A32E2B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90340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D1966-643A-ED45-BFF9-B0FE18A32E2B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5859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D1966-643A-ED45-BFF9-B0FE18A32E2B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67975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D1966-643A-ED45-BFF9-B0FE18A32E2B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47824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D1966-643A-ED45-BFF9-B0FE18A32E2B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83282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D1966-643A-ED45-BFF9-B0FE18A32E2B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3067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E0D77-BE4C-FD36-7DA9-1635B2DA1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43440B2-6645-797B-71CA-755EFEC26C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0783514-9F2D-19C3-88AE-8E1EC0EDF4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53594BA-56DB-31DB-4AFA-8F86E4F572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D1966-643A-ED45-BFF9-B0FE18A32E2B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91564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03CA6-A2FD-38C0-CB6F-DA32195C8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82CEAC0-1680-CD0C-2776-2358B32FB6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5D1FD7A-5426-26D7-21E4-A110B2D199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C9403DC-3592-42F1-0CD8-F817F8D10E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D1966-643A-ED45-BFF9-B0FE18A32E2B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82101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9E5CA-4AE3-018F-D52D-0433766FE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D9C7396-0F10-E857-C176-54972C03A5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C08CB44-0D8D-D510-5C50-8D24918940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A7040A-2417-87C5-4407-6154290818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D1966-643A-ED45-BFF9-B0FE18A32E2B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50281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BD0E9-A34F-EC2E-3349-CF2396360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DD3DE34-BB0D-BB07-5891-CCFDE72088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45F6759-B1B4-5EA9-5F4E-B6687D60A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4E05CE9-7A46-DF55-04B3-601D77F658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D1966-643A-ED45-BFF9-B0FE18A32E2B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36015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719E0-E8BF-6928-D498-ADFF22149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6B6F83A-C0A3-B4F4-FD11-DAD75895F5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8878973-A58C-100A-4334-C153E92E83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E5613BB-B961-FE57-CC6C-3623DC37F2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D1966-643A-ED45-BFF9-B0FE18A32E2B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20445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8C36E-1CF5-03EE-0906-3125962F5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62A7671-8488-9037-93FF-F05E024C27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53212F9-3784-AA24-E5D6-D84B860AEC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68E4862-7896-0C72-98CC-8A6124E017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D1966-643A-ED45-BFF9-B0FE18A32E2B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10831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15AEB-DB23-D6D8-04FD-A0AD3A844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790B2A9-39D6-BEA2-18B7-C5A8E67360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342FC64-12EE-3497-989A-0A2FF50CC7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A77ECDB-F8D3-6AFD-A845-D34CF7C514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D1966-643A-ED45-BFF9-B0FE18A32E2B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79544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0082A-42CB-0127-1138-72286B9DE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55E7BC9-453B-BE91-C493-0106882995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F47C878-56B2-76E7-2DB7-1FE776A304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DBB5F09-5C83-26B0-E2BB-B85E0A6F62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D1966-643A-ED45-BFF9-B0FE18A32E2B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26170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1B5B2-F4FC-AF25-ED0B-4B852B32C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017233D-002A-A776-0EB4-95257D4C4C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FE4D8DB-C265-8D44-3726-4D47B6C017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9C9CB7F-A4B2-F424-CA20-D0DBB5688A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D1966-643A-ED45-BFF9-B0FE18A32E2B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45624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6ED37-FE53-27C8-C76E-5D906A533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F04E7F4-6ADE-142B-4EBE-C2D7B6ECE1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F0C4DBF-5D1F-BC6E-09D2-DBA9427707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5DB3FDA-7A87-1C8D-25E0-8841F5A99A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D1966-643A-ED45-BFF9-B0FE18A32E2B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5512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_tradnl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04/10/2026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‹#›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04/10/2026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‹#›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04/10/2026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‹#›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04/10/2026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‹#›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04/10/2026</a:t>
            </a:fld>
            <a:endParaRPr lang="es-ES_trad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‹#›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04/10/2026</a:t>
            </a:fld>
            <a:endParaRPr lang="es-ES_trad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‹#›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04/10/2026</a:t>
            </a:fld>
            <a:endParaRPr lang="es-ES_trad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‹#›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04/10/2026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‹#›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_tradnl"/>
              <a:t>Arrastre la imagen al marcador de posición o haga clic en el icono para agregarla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04/10/2026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‹#›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04/10/2026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‹#›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04/10/2026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‹#›</a:t>
            </a:fld>
            <a:endParaRPr lang="es-ES_tradn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D36221-589F-2846-B89B-D09559D774BF}" type="datetimeFigureOut">
              <a:rPr lang="es-ES_tradnl" smtClean="0"/>
              <a:t>04/10/2026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2F6F5-E16D-F340-A90C-ABCF032D59B6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34429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cto 5"/>
          <p:cNvCxnSpPr/>
          <p:nvPr/>
        </p:nvCxnSpPr>
        <p:spPr>
          <a:xfrm flipV="1">
            <a:off x="573784" y="3387591"/>
            <a:ext cx="11234862" cy="108856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/>
          <p:cNvCxnSpPr/>
          <p:nvPr/>
        </p:nvCxnSpPr>
        <p:spPr>
          <a:xfrm flipH="1">
            <a:off x="2267725" y="2035849"/>
            <a:ext cx="1" cy="127315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/>
          <p:cNvSpPr txBox="1"/>
          <p:nvPr/>
        </p:nvSpPr>
        <p:spPr>
          <a:xfrm>
            <a:off x="2463636" y="2324981"/>
            <a:ext cx="9603309" cy="13542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L" sz="3200" b="1">
                <a:solidFill>
                  <a:schemeClr val="bg1"/>
                </a:solidFill>
                <a:latin typeface="Georgia"/>
                <a:ea typeface="Gungsuh"/>
                <a:cs typeface="Gungsuh" charset="-127"/>
              </a:rPr>
              <a:t>Sistema de Gestión de Inventario y Facturas</a:t>
            </a:r>
            <a:endParaRPr lang="es-CL" sz="3200">
              <a:solidFill>
                <a:schemeClr val="bg1"/>
              </a:solidFill>
              <a:latin typeface="Georgia"/>
              <a:ea typeface="Gungsuh"/>
              <a:cs typeface="Gungsuh" charset="-127"/>
            </a:endParaRPr>
          </a:p>
          <a:p>
            <a:endParaRPr lang="es-CL" sz="5000" b="1">
              <a:solidFill>
                <a:schemeClr val="bg1"/>
              </a:solidFill>
              <a:latin typeface="Georgia"/>
              <a:ea typeface="Gungsuh" charset="-127"/>
              <a:cs typeface="Gungsuh" charset="-127"/>
            </a:endParaRPr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505" b="24764"/>
          <a:stretch/>
        </p:blipFill>
        <p:spPr>
          <a:xfrm>
            <a:off x="2" y="1"/>
            <a:ext cx="12192404" cy="1435697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46510" r="153" b="5990"/>
          <a:stretch/>
        </p:blipFill>
        <p:spPr>
          <a:xfrm>
            <a:off x="-44674" y="5273541"/>
            <a:ext cx="12277901" cy="1625281"/>
          </a:xfrm>
          <a:prstGeom prst="rect">
            <a:avLst/>
          </a:prstGeom>
        </p:spPr>
      </p:pic>
      <p:pic>
        <p:nvPicPr>
          <p:cNvPr id="18" name="Imagen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993" y="2035850"/>
            <a:ext cx="1279083" cy="1189591"/>
          </a:xfrm>
          <a:prstGeom prst="rect">
            <a:avLst/>
          </a:prstGeom>
        </p:spPr>
      </p:pic>
      <p:sp>
        <p:nvSpPr>
          <p:cNvPr id="2" name="CuadroTexto 1"/>
          <p:cNvSpPr txBox="1"/>
          <p:nvPr/>
        </p:nvSpPr>
        <p:spPr>
          <a:xfrm>
            <a:off x="1870842" y="1818290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_tradnl" sz="1800"/>
          </a:p>
        </p:txBody>
      </p:sp>
      <p:sp>
        <p:nvSpPr>
          <p:cNvPr id="26" name="Google Shape;26;p1">
            <a:extLst>
              <a:ext uri="{FF2B5EF4-FFF2-40B4-BE49-F238E27FC236}">
                <a16:creationId xmlns:a16="http://schemas.microsoft.com/office/drawing/2014/main" id="{D69350FE-9C5B-4E3D-71DA-F9184B6B6BAD}"/>
              </a:ext>
            </a:extLst>
          </p:cNvPr>
          <p:cNvSpPr/>
          <p:nvPr/>
        </p:nvSpPr>
        <p:spPr>
          <a:xfrm>
            <a:off x="1876697" y="5363391"/>
            <a:ext cx="3423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100"/>
              <a:buFont typeface="Calibri"/>
              <a:buNone/>
            </a:pPr>
            <a:r>
              <a:rPr lang="es-CL" sz="1100" b="1" i="0" u="none" strike="noStrike" cap="none" noProof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INTEGRANTES</a:t>
            </a:r>
            <a:endParaRPr lang="es-CL" sz="1100" b="0" i="0" u="none" strike="noStrike" cap="none" noProof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1">
            <a:extLst>
              <a:ext uri="{FF2B5EF4-FFF2-40B4-BE49-F238E27FC236}">
                <a16:creationId xmlns:a16="http://schemas.microsoft.com/office/drawing/2014/main" id="{9F1D308F-AB0C-FF15-2C97-45526BBDCFC7}"/>
              </a:ext>
            </a:extLst>
          </p:cNvPr>
          <p:cNvSpPr/>
          <p:nvPr/>
        </p:nvSpPr>
        <p:spPr>
          <a:xfrm>
            <a:off x="1822626" y="5500380"/>
            <a:ext cx="3323500" cy="136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FFFFFF"/>
              </a:buClr>
              <a:buSzPts val="1300"/>
            </a:pPr>
            <a:r>
              <a:rPr lang="es-CL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s-CL" sz="13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Matías Ale Guajardo</a:t>
            </a:r>
            <a:r>
              <a:rPr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 </a:t>
            </a:r>
            <a:r>
              <a:rPr lang="es-CL" sz="130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-Nicolas López Tapia</a:t>
            </a:r>
            <a:endParaRPr lang="es-CL" sz="1300" b="0" i="0" u="none" strike="noStrike" cap="none" noProof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400"/>
              </a:spcBef>
              <a:buClr>
                <a:srgbClr val="FFFFFF"/>
              </a:buClr>
              <a:buSzPts val="1300"/>
            </a:pPr>
            <a:r>
              <a:rPr lang="es-CL" sz="130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s-CL" sz="1300" b="0" i="0" u="none" strike="noStrike" cap="none" noProof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Fabián Gómez Díaz</a:t>
            </a:r>
            <a:r>
              <a:rPr lang="es-CL" sz="130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   -Cristóbal Osorio</a:t>
            </a:r>
            <a:endParaRPr lang="es-CL" sz="1300" b="0" i="0" u="none" strike="noStrike" cap="none" noProof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400"/>
              </a:spcBef>
              <a:buClr>
                <a:srgbClr val="FFFFFF"/>
              </a:buClr>
              <a:buSzPts val="1300"/>
            </a:pPr>
            <a:r>
              <a:rPr lang="es-CL" sz="130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s-CL" sz="1300" b="0" i="0" u="none" strike="noStrike" cap="none" noProof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Erick Hernández</a:t>
            </a:r>
            <a:r>
              <a:rPr lang="es-CL" sz="130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        -Felipe Salas Ortiz </a:t>
            </a:r>
            <a:endParaRPr lang="es-CL" sz="1300" noProof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s-CL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s-CL" sz="1300" noProof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Diego Lobos</a:t>
            </a:r>
            <a:endParaRPr lang="es-CL" sz="1300" noProof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1">
            <a:extLst>
              <a:ext uri="{FF2B5EF4-FFF2-40B4-BE49-F238E27FC236}">
                <a16:creationId xmlns:a16="http://schemas.microsoft.com/office/drawing/2014/main" id="{88EBE542-B775-5274-DF70-42BFB85EDB1D}"/>
              </a:ext>
            </a:extLst>
          </p:cNvPr>
          <p:cNvSpPr/>
          <p:nvPr/>
        </p:nvSpPr>
        <p:spPr>
          <a:xfrm>
            <a:off x="8411391" y="5503273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s-CL" sz="11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Profesor:  Paulo </a:t>
            </a:r>
            <a:r>
              <a:rPr lang="es-CL" sz="1100" b="0" i="0" u="none" strike="noStrike" cap="none" noProof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Quinsacara</a:t>
            </a:r>
            <a:r>
              <a:rPr lang="es-CL" sz="11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Jofré</a:t>
            </a:r>
            <a:endParaRPr lang="es-CL" sz="11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>
            <a:extLst>
              <a:ext uri="{FF2B5EF4-FFF2-40B4-BE49-F238E27FC236}">
                <a16:creationId xmlns:a16="http://schemas.microsoft.com/office/drawing/2014/main" id="{DD7A9944-0BF9-9418-074B-50A64F808A65}"/>
              </a:ext>
            </a:extLst>
          </p:cNvPr>
          <p:cNvSpPr/>
          <p:nvPr/>
        </p:nvSpPr>
        <p:spPr>
          <a:xfrm>
            <a:off x="8411391" y="57556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s-CL" sz="11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Asignatura:  Ingeniería de Software II</a:t>
            </a:r>
            <a:endParaRPr lang="es-CL" sz="11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>
            <a:extLst>
              <a:ext uri="{FF2B5EF4-FFF2-40B4-BE49-F238E27FC236}">
                <a16:creationId xmlns:a16="http://schemas.microsoft.com/office/drawing/2014/main" id="{7A7A2E5E-4A91-298E-2FCC-677BDD1CDDD2}"/>
              </a:ext>
            </a:extLst>
          </p:cNvPr>
          <p:cNvSpPr/>
          <p:nvPr/>
        </p:nvSpPr>
        <p:spPr>
          <a:xfrm>
            <a:off x="8411573" y="6082756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FFFFFF"/>
              </a:buClr>
              <a:buSzPts val="1100"/>
            </a:pPr>
            <a:r>
              <a:rPr lang="es-CL" sz="11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Fecha de entrega:  </a:t>
            </a:r>
            <a:r>
              <a:rPr lang="es-CL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5 </a:t>
            </a:r>
            <a:r>
              <a:rPr lang="es-CL" sz="11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octubre de 2026</a:t>
            </a:r>
            <a:endParaRPr lang="es-CL" sz="11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>
            <a:extLst>
              <a:ext uri="{FF2B5EF4-FFF2-40B4-BE49-F238E27FC236}">
                <a16:creationId xmlns:a16="http://schemas.microsoft.com/office/drawing/2014/main" id="{6695BF79-E67A-A546-889D-A6D4CC035249}"/>
              </a:ext>
            </a:extLst>
          </p:cNvPr>
          <p:cNvSpPr/>
          <p:nvPr/>
        </p:nvSpPr>
        <p:spPr>
          <a:xfrm>
            <a:off x="10487297" y="64414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D4C7"/>
              </a:buClr>
              <a:buSzPts val="1000"/>
              <a:buFont typeface="Calibri"/>
              <a:buNone/>
            </a:pPr>
            <a:r>
              <a:rPr lang="es-CL" sz="1000" b="0" i="1" u="none" strike="noStrike" cap="none" noProof="0">
                <a:solidFill>
                  <a:srgbClr val="B8D4C7"/>
                </a:solidFill>
                <a:latin typeface="Calibri"/>
                <a:ea typeface="Calibri"/>
                <a:cs typeface="Calibri"/>
                <a:sym typeface="Calibri"/>
              </a:rPr>
              <a:t>Santiago, Chile   •   2026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5FC54E-4115-07CB-0C43-C7EB1AEE98C3}"/>
              </a:ext>
            </a:extLst>
          </p:cNvPr>
          <p:cNvSpPr txBox="1"/>
          <p:nvPr/>
        </p:nvSpPr>
        <p:spPr>
          <a:xfrm>
            <a:off x="228056" y="273837"/>
            <a:ext cx="5181600" cy="5693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00" b="0" i="1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Facultad</a:t>
            </a:r>
            <a:r>
              <a:rPr lang="en-US" sz="1300" b="0" i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de Ingeniería • Ingeniería de Software II</a:t>
            </a:r>
            <a:r>
              <a:rPr lang="en-US" sz="1300" i="1">
                <a:solidFill>
                  <a:srgbClr val="B8D4C7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s-CL" sz="1300" b="1" i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• </a:t>
            </a:r>
            <a:r>
              <a:rPr lang="es-CL" sz="1300" i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INCREMENTO 3</a:t>
            </a:r>
            <a:r>
              <a:rPr lang="es-CL" sz="1300" b="1" i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 </a:t>
            </a:r>
            <a:endParaRPr lang="en-US" sz="1300" i="1">
              <a:solidFill>
                <a:schemeClr val="bg1"/>
              </a:solidFill>
              <a:ea typeface="Calibri"/>
              <a:cs typeface="Calibri"/>
            </a:endParaRPr>
          </a:p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833661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2" y="1"/>
            <a:ext cx="12192810" cy="802886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400" y="100584"/>
            <a:ext cx="719254" cy="600029"/>
          </a:xfrm>
          <a:prstGeom prst="rect">
            <a:avLst/>
          </a:prstGeom>
          <a:ln>
            <a:solidFill>
              <a:srgbClr val="0F1A2B"/>
            </a:solidFill>
          </a:ln>
        </p:spPr>
      </p:pic>
      <p:sp>
        <p:nvSpPr>
          <p:cNvPr id="17" name="CuadroTexto 16"/>
          <p:cNvSpPr txBox="1"/>
          <p:nvPr/>
        </p:nvSpPr>
        <p:spPr>
          <a:xfrm>
            <a:off x="462508" y="171197"/>
            <a:ext cx="7804355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2400" b="1">
                <a:solidFill>
                  <a:prstClr val="white"/>
                </a:solidFill>
                <a:latin typeface="Helvetica"/>
                <a:ea typeface="Gungsuh"/>
                <a:cs typeface="Gungsuh" charset="-127"/>
              </a:rPr>
              <a:t>CONTENIDOS</a:t>
            </a:r>
            <a:endParaRPr lang="es-ES_tradnl" sz="2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itchFamily="2" charset="0"/>
              <a:ea typeface="Gungsuh" charset="-127"/>
              <a:cs typeface="Gungsuh" charset="-127"/>
            </a:endParaRPr>
          </a:p>
        </p:txBody>
      </p:sp>
      <p:sp>
        <p:nvSpPr>
          <p:cNvPr id="57" name="Google Shape;40;p2">
            <a:extLst>
              <a:ext uri="{FF2B5EF4-FFF2-40B4-BE49-F238E27FC236}">
                <a16:creationId xmlns:a16="http://schemas.microsoft.com/office/drawing/2014/main" id="{0ADE80ED-2811-C6C5-7D9C-DA40FC31160F}"/>
              </a:ext>
            </a:extLst>
          </p:cNvPr>
          <p:cNvSpPr/>
          <p:nvPr/>
        </p:nvSpPr>
        <p:spPr>
          <a:xfrm>
            <a:off x="498021" y="1828800"/>
            <a:ext cx="2221992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2000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41;p2">
            <a:extLst>
              <a:ext uri="{FF2B5EF4-FFF2-40B4-BE49-F238E27FC236}">
                <a16:creationId xmlns:a16="http://schemas.microsoft.com/office/drawing/2014/main" id="{D75787EE-174E-F0DA-FD04-3A9669D92D04}"/>
              </a:ext>
            </a:extLst>
          </p:cNvPr>
          <p:cNvSpPr/>
          <p:nvPr/>
        </p:nvSpPr>
        <p:spPr>
          <a:xfrm>
            <a:off x="457200" y="1828800"/>
            <a:ext cx="73152" cy="2148840"/>
          </a:xfrm>
          <a:prstGeom prst="rect">
            <a:avLst/>
          </a:prstGeom>
          <a:solidFill>
            <a:srgbClr val="820000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42;p2">
            <a:extLst>
              <a:ext uri="{FF2B5EF4-FFF2-40B4-BE49-F238E27FC236}">
                <a16:creationId xmlns:a16="http://schemas.microsoft.com/office/drawing/2014/main" id="{4BDA66B7-1006-C330-2CF5-C128B77D72A2}"/>
              </a:ext>
            </a:extLst>
          </p:cNvPr>
          <p:cNvSpPr/>
          <p:nvPr/>
        </p:nvSpPr>
        <p:spPr>
          <a:xfrm>
            <a:off x="699407" y="20574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400"/>
              <a:buFont typeface="Calibri"/>
              <a:buNone/>
            </a:pPr>
            <a:r>
              <a:rPr lang="es-CL" sz="1400" b="1" i="0" u="none" strike="noStrike" cap="none" noProof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lang="es-CL" sz="1400" b="0" i="0" u="none" strike="noStrike" cap="none" noProof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" name="Google Shape;43;p2">
            <a:extLst>
              <a:ext uri="{FF2B5EF4-FFF2-40B4-BE49-F238E27FC236}">
                <a16:creationId xmlns:a16="http://schemas.microsoft.com/office/drawing/2014/main" id="{F2770746-4CBE-E796-85E0-0A2B557D3E77}"/>
              </a:ext>
            </a:extLst>
          </p:cNvPr>
          <p:cNvSpPr/>
          <p:nvPr/>
        </p:nvSpPr>
        <p:spPr>
          <a:xfrm>
            <a:off x="685800" y="2606040"/>
            <a:ext cx="185623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400"/>
              <a:buFont typeface="Georgia"/>
              <a:buNone/>
            </a:pPr>
            <a:r>
              <a:rPr lang="es-CL" sz="1400" b="1" i="0" u="none" strike="noStrike" cap="none" noProof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Contexto del proyecto</a:t>
            </a:r>
            <a:endParaRPr lang="es-CL" sz="1400" b="0" i="0" u="none" strike="noStrike" cap="none" noProof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1" name="Google Shape;44;p2">
            <a:extLst>
              <a:ext uri="{FF2B5EF4-FFF2-40B4-BE49-F238E27FC236}">
                <a16:creationId xmlns:a16="http://schemas.microsoft.com/office/drawing/2014/main" id="{AE5B72B8-2C16-E851-1D09-CF807C104101}"/>
              </a:ext>
            </a:extLst>
          </p:cNvPr>
          <p:cNvSpPr/>
          <p:nvPr/>
        </p:nvSpPr>
        <p:spPr>
          <a:xfrm>
            <a:off x="685800" y="3383280"/>
            <a:ext cx="185623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s-CL" sz="1000" b="0" i="0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Problemática · 72 UR · 3 actores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45;p2">
            <a:extLst>
              <a:ext uri="{FF2B5EF4-FFF2-40B4-BE49-F238E27FC236}">
                <a16:creationId xmlns:a16="http://schemas.microsoft.com/office/drawing/2014/main" id="{A81E468F-0890-4216-BC46-CC8955654B33}"/>
              </a:ext>
            </a:extLst>
          </p:cNvPr>
          <p:cNvSpPr/>
          <p:nvPr/>
        </p:nvSpPr>
        <p:spPr>
          <a:xfrm>
            <a:off x="2811453" y="1828800"/>
            <a:ext cx="2221992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2000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46;p2">
            <a:extLst>
              <a:ext uri="{FF2B5EF4-FFF2-40B4-BE49-F238E27FC236}">
                <a16:creationId xmlns:a16="http://schemas.microsoft.com/office/drawing/2014/main" id="{B2753B8F-8A35-5415-26B2-81666A4E4D59}"/>
              </a:ext>
            </a:extLst>
          </p:cNvPr>
          <p:cNvSpPr/>
          <p:nvPr/>
        </p:nvSpPr>
        <p:spPr>
          <a:xfrm>
            <a:off x="2770632" y="1828800"/>
            <a:ext cx="73152" cy="2148840"/>
          </a:xfrm>
          <a:prstGeom prst="rect">
            <a:avLst/>
          </a:prstGeom>
          <a:solidFill>
            <a:srgbClr val="820000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47;p2">
            <a:extLst>
              <a:ext uri="{FF2B5EF4-FFF2-40B4-BE49-F238E27FC236}">
                <a16:creationId xmlns:a16="http://schemas.microsoft.com/office/drawing/2014/main" id="{42F42FEA-06CF-ECDB-163E-DB88BA44EFDB}"/>
              </a:ext>
            </a:extLst>
          </p:cNvPr>
          <p:cNvSpPr/>
          <p:nvPr/>
        </p:nvSpPr>
        <p:spPr>
          <a:xfrm>
            <a:off x="2999232" y="20574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400"/>
              <a:buFont typeface="Calibri"/>
              <a:buNone/>
            </a:pPr>
            <a:r>
              <a:rPr lang="es-CL" sz="1400" b="1" i="0" u="none" strike="noStrike" cap="none" noProof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lang="es-CL" sz="1400" b="0" i="0" u="none" strike="noStrike" cap="none" noProof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5" name="Google Shape;48;p2">
            <a:extLst>
              <a:ext uri="{FF2B5EF4-FFF2-40B4-BE49-F238E27FC236}">
                <a16:creationId xmlns:a16="http://schemas.microsoft.com/office/drawing/2014/main" id="{CB5D9AF8-1CB2-D442-DCF4-00055D5EEA4E}"/>
              </a:ext>
            </a:extLst>
          </p:cNvPr>
          <p:cNvSpPr/>
          <p:nvPr/>
        </p:nvSpPr>
        <p:spPr>
          <a:xfrm>
            <a:off x="2999232" y="2606040"/>
            <a:ext cx="185623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400"/>
              <a:buFont typeface="Georgia"/>
              <a:buNone/>
            </a:pPr>
            <a:r>
              <a:rPr lang="es-CL" sz="1400" b="1" i="0" u="none" strike="noStrike" cap="none" noProof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Propuesta de solución</a:t>
            </a:r>
            <a:endParaRPr lang="es-CL" sz="1400" b="0" i="0" u="none" strike="noStrike" cap="none" noProof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" name="Google Shape;49;p2">
            <a:extLst>
              <a:ext uri="{FF2B5EF4-FFF2-40B4-BE49-F238E27FC236}">
                <a16:creationId xmlns:a16="http://schemas.microsoft.com/office/drawing/2014/main" id="{DEFE8EC0-8E92-611F-0430-74321E1C5805}"/>
              </a:ext>
            </a:extLst>
          </p:cNvPr>
          <p:cNvSpPr/>
          <p:nvPr/>
        </p:nvSpPr>
        <p:spPr>
          <a:xfrm>
            <a:off x="2999232" y="3383280"/>
            <a:ext cx="185623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s-CL" sz="1000" b="0" i="0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Arquitectura MVC</a:t>
            </a: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s-CL" sz="1000" b="0" i="0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Java Swing + JDBC + MariaDB</a:t>
            </a:r>
          </a:p>
        </p:txBody>
      </p:sp>
      <p:sp>
        <p:nvSpPr>
          <p:cNvPr id="67" name="Google Shape;50;p2">
            <a:extLst>
              <a:ext uri="{FF2B5EF4-FFF2-40B4-BE49-F238E27FC236}">
                <a16:creationId xmlns:a16="http://schemas.microsoft.com/office/drawing/2014/main" id="{8379324E-E598-DE08-331D-588281C8F2AE}"/>
              </a:ext>
            </a:extLst>
          </p:cNvPr>
          <p:cNvSpPr/>
          <p:nvPr/>
        </p:nvSpPr>
        <p:spPr>
          <a:xfrm>
            <a:off x="5124885" y="1828800"/>
            <a:ext cx="2221992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2000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51;p2">
            <a:extLst>
              <a:ext uri="{FF2B5EF4-FFF2-40B4-BE49-F238E27FC236}">
                <a16:creationId xmlns:a16="http://schemas.microsoft.com/office/drawing/2014/main" id="{C9CB375A-DA80-54B3-8F95-4678D5B27BA8}"/>
              </a:ext>
            </a:extLst>
          </p:cNvPr>
          <p:cNvSpPr/>
          <p:nvPr/>
        </p:nvSpPr>
        <p:spPr>
          <a:xfrm>
            <a:off x="5084064" y="1828800"/>
            <a:ext cx="73152" cy="2148840"/>
          </a:xfrm>
          <a:prstGeom prst="rect">
            <a:avLst/>
          </a:prstGeom>
          <a:solidFill>
            <a:srgbClr val="820000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52;p2">
            <a:extLst>
              <a:ext uri="{FF2B5EF4-FFF2-40B4-BE49-F238E27FC236}">
                <a16:creationId xmlns:a16="http://schemas.microsoft.com/office/drawing/2014/main" id="{554A5A1F-C900-146A-2ACC-257740356354}"/>
              </a:ext>
            </a:extLst>
          </p:cNvPr>
          <p:cNvSpPr/>
          <p:nvPr/>
        </p:nvSpPr>
        <p:spPr>
          <a:xfrm>
            <a:off x="5312664" y="20574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400"/>
              <a:buFont typeface="Calibri"/>
              <a:buNone/>
            </a:pPr>
            <a:r>
              <a:rPr lang="es-CL" sz="1400" b="1" i="0" u="none" strike="noStrike" cap="none" noProof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lang="es-CL" sz="1400" b="0" i="0" u="none" strike="noStrike" cap="none" noProof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" name="Google Shape;53;p2">
            <a:extLst>
              <a:ext uri="{FF2B5EF4-FFF2-40B4-BE49-F238E27FC236}">
                <a16:creationId xmlns:a16="http://schemas.microsoft.com/office/drawing/2014/main" id="{8AE8FE2A-F22E-EDB2-E711-3763BD1F8519}"/>
              </a:ext>
            </a:extLst>
          </p:cNvPr>
          <p:cNvSpPr/>
          <p:nvPr/>
        </p:nvSpPr>
        <p:spPr>
          <a:xfrm>
            <a:off x="5312664" y="2606040"/>
            <a:ext cx="185623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400"/>
              <a:buFont typeface="Georgia"/>
              <a:buNone/>
            </a:pPr>
            <a:r>
              <a:rPr lang="es-CL" sz="1400" b="1" i="0" u="none" strike="noStrike" cap="none" noProof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Alcance del Incremento </a:t>
            </a:r>
            <a:r>
              <a:rPr lang="es-CL" b="1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lang="es-CL" sz="1400" b="0" i="0" u="none" strike="noStrike" cap="none" noProof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1" name="Google Shape;54;p2">
            <a:extLst>
              <a:ext uri="{FF2B5EF4-FFF2-40B4-BE49-F238E27FC236}">
                <a16:creationId xmlns:a16="http://schemas.microsoft.com/office/drawing/2014/main" id="{FA56BFC8-089E-6650-67D9-0BCB11959B5B}"/>
              </a:ext>
            </a:extLst>
          </p:cNvPr>
          <p:cNvSpPr/>
          <p:nvPr/>
        </p:nvSpPr>
        <p:spPr>
          <a:xfrm>
            <a:off x="5312664" y="3383280"/>
            <a:ext cx="185623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20000"/>
              </a:lnSpc>
              <a:buClr>
                <a:srgbClr val="475569"/>
              </a:buClr>
              <a:buSzPts val="1000"/>
            </a:pPr>
            <a:r>
              <a:rPr lang="es-CL" sz="1000" b="0" i="0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Cobertura 100 %</a:t>
            </a:r>
          </a:p>
          <a:p>
            <a:pPr algn="ctr">
              <a:lnSpc>
                <a:spcPct val="120000"/>
              </a:lnSpc>
              <a:buClr>
                <a:srgbClr val="475569"/>
              </a:buClr>
              <a:buSzPts val="1000"/>
            </a:pPr>
            <a:r>
              <a:rPr lang="es-CL" sz="1000" b="0" i="0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22 UR · 22 casos de uso</a:t>
            </a:r>
          </a:p>
        </p:txBody>
      </p:sp>
      <p:sp>
        <p:nvSpPr>
          <p:cNvPr id="72" name="Google Shape;55;p2">
            <a:extLst>
              <a:ext uri="{FF2B5EF4-FFF2-40B4-BE49-F238E27FC236}">
                <a16:creationId xmlns:a16="http://schemas.microsoft.com/office/drawing/2014/main" id="{365B1149-AB5B-FD95-6A4D-9034369E40D0}"/>
              </a:ext>
            </a:extLst>
          </p:cNvPr>
          <p:cNvSpPr/>
          <p:nvPr/>
        </p:nvSpPr>
        <p:spPr>
          <a:xfrm>
            <a:off x="7438317" y="1828800"/>
            <a:ext cx="2221992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2000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56;p2">
            <a:extLst>
              <a:ext uri="{FF2B5EF4-FFF2-40B4-BE49-F238E27FC236}">
                <a16:creationId xmlns:a16="http://schemas.microsoft.com/office/drawing/2014/main" id="{159963D7-43C1-A23F-77A6-0D91CB3F22F5}"/>
              </a:ext>
            </a:extLst>
          </p:cNvPr>
          <p:cNvSpPr/>
          <p:nvPr/>
        </p:nvSpPr>
        <p:spPr>
          <a:xfrm>
            <a:off x="7397496" y="1828800"/>
            <a:ext cx="73152" cy="2148840"/>
          </a:xfrm>
          <a:prstGeom prst="rect">
            <a:avLst/>
          </a:prstGeom>
          <a:solidFill>
            <a:srgbClr val="820000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57;p2">
            <a:extLst>
              <a:ext uri="{FF2B5EF4-FFF2-40B4-BE49-F238E27FC236}">
                <a16:creationId xmlns:a16="http://schemas.microsoft.com/office/drawing/2014/main" id="{ABCF6C10-6B03-554D-DA8F-41DD641E3F2E}"/>
              </a:ext>
            </a:extLst>
          </p:cNvPr>
          <p:cNvSpPr/>
          <p:nvPr/>
        </p:nvSpPr>
        <p:spPr>
          <a:xfrm>
            <a:off x="7626096" y="20574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400"/>
              <a:buFont typeface="Calibri"/>
              <a:buNone/>
            </a:pPr>
            <a:r>
              <a:rPr lang="es-CL" sz="1400" b="1" i="0" u="none" strike="noStrike" cap="none" noProof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lang="es-CL" sz="1400" b="0" i="0" u="none" strike="noStrike" cap="none" noProof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5" name="Google Shape;58;p2">
            <a:extLst>
              <a:ext uri="{FF2B5EF4-FFF2-40B4-BE49-F238E27FC236}">
                <a16:creationId xmlns:a16="http://schemas.microsoft.com/office/drawing/2014/main" id="{79CFEABC-8260-862B-E8C7-B60AFF4D3D20}"/>
              </a:ext>
            </a:extLst>
          </p:cNvPr>
          <p:cNvSpPr/>
          <p:nvPr/>
        </p:nvSpPr>
        <p:spPr>
          <a:xfrm>
            <a:off x="7626096" y="2606040"/>
            <a:ext cx="185623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400"/>
              <a:buFont typeface="Georgia"/>
              <a:buNone/>
            </a:pPr>
            <a:r>
              <a:rPr lang="es-CL" sz="1400" b="1" i="0" u="none" strike="noStrike" cap="none" noProof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Casos de uso del incremento</a:t>
            </a:r>
            <a:endParaRPr lang="es-CL" sz="1400" b="0" i="0" u="none" strike="noStrike" cap="none" noProof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6" name="Google Shape;59;p2">
            <a:extLst>
              <a:ext uri="{FF2B5EF4-FFF2-40B4-BE49-F238E27FC236}">
                <a16:creationId xmlns:a16="http://schemas.microsoft.com/office/drawing/2014/main" id="{4EFA1060-C255-2178-0B62-C67BDD05F0B7}"/>
              </a:ext>
            </a:extLst>
          </p:cNvPr>
          <p:cNvSpPr/>
          <p:nvPr/>
        </p:nvSpPr>
        <p:spPr>
          <a:xfrm>
            <a:off x="7626096" y="3383280"/>
            <a:ext cx="185623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s-CL" sz="1000" err="1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5 bloques funcionales</a:t>
            </a:r>
            <a:endParaRPr lang="en-US" err="1"/>
          </a:p>
          <a:p>
            <a:pPr algn="ctr">
              <a:lnSpc>
                <a:spcPct val="120000"/>
              </a:lnSpc>
            </a:pPr>
            <a:r>
              <a:rPr lang="es-CL" sz="1000" err="1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CU-62 a CU-83</a:t>
            </a:r>
            <a:endParaRPr lang="en-US" err="1"/>
          </a:p>
        </p:txBody>
      </p:sp>
      <p:sp>
        <p:nvSpPr>
          <p:cNvPr id="77" name="Google Shape;60;p2">
            <a:extLst>
              <a:ext uri="{FF2B5EF4-FFF2-40B4-BE49-F238E27FC236}">
                <a16:creationId xmlns:a16="http://schemas.microsoft.com/office/drawing/2014/main" id="{B19A033C-9DC4-184C-1266-044233315E6C}"/>
              </a:ext>
            </a:extLst>
          </p:cNvPr>
          <p:cNvSpPr/>
          <p:nvPr/>
        </p:nvSpPr>
        <p:spPr>
          <a:xfrm>
            <a:off x="9751749" y="1828800"/>
            <a:ext cx="2221992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2000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61;p2">
            <a:extLst>
              <a:ext uri="{FF2B5EF4-FFF2-40B4-BE49-F238E27FC236}">
                <a16:creationId xmlns:a16="http://schemas.microsoft.com/office/drawing/2014/main" id="{2C0C01C1-69CB-7684-80F9-DA8F2DC52598}"/>
              </a:ext>
            </a:extLst>
          </p:cNvPr>
          <p:cNvSpPr/>
          <p:nvPr/>
        </p:nvSpPr>
        <p:spPr>
          <a:xfrm>
            <a:off x="9710928" y="1828800"/>
            <a:ext cx="73152" cy="2148840"/>
          </a:xfrm>
          <a:prstGeom prst="rect">
            <a:avLst/>
          </a:prstGeom>
          <a:solidFill>
            <a:srgbClr val="820000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62;p2">
            <a:extLst>
              <a:ext uri="{FF2B5EF4-FFF2-40B4-BE49-F238E27FC236}">
                <a16:creationId xmlns:a16="http://schemas.microsoft.com/office/drawing/2014/main" id="{AB03F39E-997D-D5DC-1118-753CB8481EF5}"/>
              </a:ext>
            </a:extLst>
          </p:cNvPr>
          <p:cNvSpPr/>
          <p:nvPr/>
        </p:nvSpPr>
        <p:spPr>
          <a:xfrm>
            <a:off x="9939528" y="20574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400"/>
              <a:buFont typeface="Calibri"/>
              <a:buNone/>
            </a:pPr>
            <a:r>
              <a:rPr lang="es-CL" sz="1400" b="1" i="0" u="none" strike="noStrike" cap="none" noProof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lang="es-CL" sz="1400" b="0" i="0" u="none" strike="noStrike" cap="none" noProof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0" name="Google Shape;63;p2">
            <a:extLst>
              <a:ext uri="{FF2B5EF4-FFF2-40B4-BE49-F238E27FC236}">
                <a16:creationId xmlns:a16="http://schemas.microsoft.com/office/drawing/2014/main" id="{AC816469-FCF6-0119-6CC3-DC3F489E7C3D}"/>
              </a:ext>
            </a:extLst>
          </p:cNvPr>
          <p:cNvSpPr/>
          <p:nvPr/>
        </p:nvSpPr>
        <p:spPr>
          <a:xfrm>
            <a:off x="9939528" y="2606040"/>
            <a:ext cx="185623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400"/>
              <a:buFont typeface="Georgia"/>
              <a:buNone/>
            </a:pPr>
            <a:r>
              <a:rPr lang="es-CL" sz="1400" b="1" i="0" u="none" strike="noStrike" cap="none" noProof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Vistas arquitectónicas 4+1</a:t>
            </a:r>
            <a:endParaRPr lang="es-CL" sz="1400" b="0" i="0" u="none" strike="noStrike" cap="none" noProof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1" name="Google Shape;64;p2">
            <a:extLst>
              <a:ext uri="{FF2B5EF4-FFF2-40B4-BE49-F238E27FC236}">
                <a16:creationId xmlns:a16="http://schemas.microsoft.com/office/drawing/2014/main" id="{0C10F04A-B869-74A4-BB3F-8F7D3A90B188}"/>
              </a:ext>
            </a:extLst>
          </p:cNvPr>
          <p:cNvSpPr/>
          <p:nvPr/>
        </p:nvSpPr>
        <p:spPr>
          <a:xfrm>
            <a:off x="9939528" y="3383280"/>
            <a:ext cx="185623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s-CL" sz="1000" b="0" i="0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Externa · Lógica · Procesos · Desarrollo · Física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65;p2">
            <a:extLst>
              <a:ext uri="{FF2B5EF4-FFF2-40B4-BE49-F238E27FC236}">
                <a16:creationId xmlns:a16="http://schemas.microsoft.com/office/drawing/2014/main" id="{E4AF5727-B336-DC87-9085-F5957A686167}"/>
              </a:ext>
            </a:extLst>
          </p:cNvPr>
          <p:cNvSpPr/>
          <p:nvPr/>
        </p:nvSpPr>
        <p:spPr>
          <a:xfrm>
            <a:off x="498021" y="4160520"/>
            <a:ext cx="2221992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2000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66;p2">
            <a:extLst>
              <a:ext uri="{FF2B5EF4-FFF2-40B4-BE49-F238E27FC236}">
                <a16:creationId xmlns:a16="http://schemas.microsoft.com/office/drawing/2014/main" id="{FD2B807E-60F8-96C8-6D88-BD09F19D74BE}"/>
              </a:ext>
            </a:extLst>
          </p:cNvPr>
          <p:cNvSpPr/>
          <p:nvPr/>
        </p:nvSpPr>
        <p:spPr>
          <a:xfrm>
            <a:off x="457200" y="4160520"/>
            <a:ext cx="73152" cy="2148840"/>
          </a:xfrm>
          <a:prstGeom prst="rect">
            <a:avLst/>
          </a:prstGeom>
          <a:solidFill>
            <a:srgbClr val="820000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67;p2">
            <a:extLst>
              <a:ext uri="{FF2B5EF4-FFF2-40B4-BE49-F238E27FC236}">
                <a16:creationId xmlns:a16="http://schemas.microsoft.com/office/drawing/2014/main" id="{F1F8DC16-DC96-4C68-9A11-A49A1535AD77}"/>
              </a:ext>
            </a:extLst>
          </p:cNvPr>
          <p:cNvSpPr/>
          <p:nvPr/>
        </p:nvSpPr>
        <p:spPr>
          <a:xfrm>
            <a:off x="685800" y="43891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400"/>
              <a:buFont typeface="Calibri"/>
              <a:buNone/>
            </a:pPr>
            <a:r>
              <a:rPr lang="es-CL" sz="1400" b="1" i="0" u="none" strike="noStrike" cap="none" noProof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lang="es-CL" sz="1400" b="0" i="0" u="none" strike="noStrike" cap="none" noProof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5" name="Google Shape;68;p2">
            <a:extLst>
              <a:ext uri="{FF2B5EF4-FFF2-40B4-BE49-F238E27FC236}">
                <a16:creationId xmlns:a16="http://schemas.microsoft.com/office/drawing/2014/main" id="{C36183A6-28DC-40F3-8F54-142FB9E883BA}"/>
              </a:ext>
            </a:extLst>
          </p:cNvPr>
          <p:cNvSpPr/>
          <p:nvPr/>
        </p:nvSpPr>
        <p:spPr>
          <a:xfrm>
            <a:off x="685800" y="4937760"/>
            <a:ext cx="185623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400"/>
              <a:buFont typeface="Georgia"/>
              <a:buNone/>
            </a:pPr>
            <a:r>
              <a:rPr lang="es-CL" sz="1400" b="1" i="0" u="none" strike="noStrike" cap="none" noProof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Matriz de trazabilidad</a:t>
            </a:r>
            <a:endParaRPr lang="es-CL" sz="1400" b="0" i="0" u="none" strike="noStrike" cap="none" noProof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6" name="Google Shape;69;p2">
            <a:extLst>
              <a:ext uri="{FF2B5EF4-FFF2-40B4-BE49-F238E27FC236}">
                <a16:creationId xmlns:a16="http://schemas.microsoft.com/office/drawing/2014/main" id="{F09A6375-0197-1DD6-668E-F427ED6149F2}"/>
              </a:ext>
            </a:extLst>
          </p:cNvPr>
          <p:cNvSpPr/>
          <p:nvPr/>
        </p:nvSpPr>
        <p:spPr>
          <a:xfrm>
            <a:off x="685800" y="5715000"/>
            <a:ext cx="185623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s-CL" sz="1000" b="0" i="0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UR ↔ CU ↔ Diagrama ↔ Prueba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70;p2">
            <a:extLst>
              <a:ext uri="{FF2B5EF4-FFF2-40B4-BE49-F238E27FC236}">
                <a16:creationId xmlns:a16="http://schemas.microsoft.com/office/drawing/2014/main" id="{2F80F287-8C5B-348D-EB35-B877A7135ED7}"/>
              </a:ext>
            </a:extLst>
          </p:cNvPr>
          <p:cNvSpPr/>
          <p:nvPr/>
        </p:nvSpPr>
        <p:spPr>
          <a:xfrm>
            <a:off x="2811453" y="4160520"/>
            <a:ext cx="2221992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2000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71;p2">
            <a:extLst>
              <a:ext uri="{FF2B5EF4-FFF2-40B4-BE49-F238E27FC236}">
                <a16:creationId xmlns:a16="http://schemas.microsoft.com/office/drawing/2014/main" id="{BAEA942D-3412-F113-9EDE-ED43E0E80BE7}"/>
              </a:ext>
            </a:extLst>
          </p:cNvPr>
          <p:cNvSpPr/>
          <p:nvPr/>
        </p:nvSpPr>
        <p:spPr>
          <a:xfrm>
            <a:off x="2770632" y="4160520"/>
            <a:ext cx="73152" cy="2148840"/>
          </a:xfrm>
          <a:prstGeom prst="rect">
            <a:avLst/>
          </a:prstGeom>
          <a:solidFill>
            <a:srgbClr val="820000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72;p2">
            <a:extLst>
              <a:ext uri="{FF2B5EF4-FFF2-40B4-BE49-F238E27FC236}">
                <a16:creationId xmlns:a16="http://schemas.microsoft.com/office/drawing/2014/main" id="{55D8EDD8-2F74-7CA2-C594-2857375D2156}"/>
              </a:ext>
            </a:extLst>
          </p:cNvPr>
          <p:cNvSpPr/>
          <p:nvPr/>
        </p:nvSpPr>
        <p:spPr>
          <a:xfrm>
            <a:off x="2999232" y="43891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400"/>
              <a:buFont typeface="Calibri"/>
              <a:buNone/>
            </a:pPr>
            <a:r>
              <a:rPr lang="es-CL" sz="1400" b="1" i="0" u="none" strike="noStrike" cap="none" noProof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lang="es-CL" sz="1400" b="0" i="0" u="none" strike="noStrike" cap="none" noProof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" name="Google Shape;73;p2">
            <a:extLst>
              <a:ext uri="{FF2B5EF4-FFF2-40B4-BE49-F238E27FC236}">
                <a16:creationId xmlns:a16="http://schemas.microsoft.com/office/drawing/2014/main" id="{A494C08A-71DA-225D-21B0-2E00F3967474}"/>
              </a:ext>
            </a:extLst>
          </p:cNvPr>
          <p:cNvSpPr/>
          <p:nvPr/>
        </p:nvSpPr>
        <p:spPr>
          <a:xfrm>
            <a:off x="2999232" y="4937760"/>
            <a:ext cx="185623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400"/>
              <a:buFont typeface="Georgia"/>
              <a:buNone/>
            </a:pPr>
            <a:r>
              <a:rPr lang="es-CL" sz="1400" b="1" i="0" u="none" strike="noStrike" cap="none" noProof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Trazas por requerimiento</a:t>
            </a:r>
            <a:endParaRPr lang="es-CL" sz="1400" b="0" i="0" u="none" strike="noStrike" cap="none" noProof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1" name="Google Shape;74;p2">
            <a:extLst>
              <a:ext uri="{FF2B5EF4-FFF2-40B4-BE49-F238E27FC236}">
                <a16:creationId xmlns:a16="http://schemas.microsoft.com/office/drawing/2014/main" id="{67F69B2A-ACED-85FE-0A65-F4FB5ABA4560}"/>
              </a:ext>
            </a:extLst>
          </p:cNvPr>
          <p:cNvSpPr/>
          <p:nvPr/>
        </p:nvSpPr>
        <p:spPr>
          <a:xfrm>
            <a:off x="2999232" y="5715000"/>
            <a:ext cx="185623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s-CL" sz="1000" b="0" i="0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UR-36 · UR-60 · UR-68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s-CL" sz="1000" b="0" i="0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con su diagrama de secuencia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75;p2">
            <a:extLst>
              <a:ext uri="{FF2B5EF4-FFF2-40B4-BE49-F238E27FC236}">
                <a16:creationId xmlns:a16="http://schemas.microsoft.com/office/drawing/2014/main" id="{57D6F0FD-B547-D18E-2D81-DA4F2A7D7F54}"/>
              </a:ext>
            </a:extLst>
          </p:cNvPr>
          <p:cNvSpPr/>
          <p:nvPr/>
        </p:nvSpPr>
        <p:spPr>
          <a:xfrm>
            <a:off x="5084064" y="4160520"/>
            <a:ext cx="2221992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2000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76;p2">
            <a:extLst>
              <a:ext uri="{FF2B5EF4-FFF2-40B4-BE49-F238E27FC236}">
                <a16:creationId xmlns:a16="http://schemas.microsoft.com/office/drawing/2014/main" id="{0EAE9356-B188-43A0-6006-1DEF2CD994CA}"/>
              </a:ext>
            </a:extLst>
          </p:cNvPr>
          <p:cNvSpPr/>
          <p:nvPr/>
        </p:nvSpPr>
        <p:spPr>
          <a:xfrm>
            <a:off x="5084064" y="4160520"/>
            <a:ext cx="73152" cy="2148840"/>
          </a:xfrm>
          <a:prstGeom prst="rect">
            <a:avLst/>
          </a:prstGeom>
          <a:solidFill>
            <a:srgbClr val="820000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77;p2">
            <a:extLst>
              <a:ext uri="{FF2B5EF4-FFF2-40B4-BE49-F238E27FC236}">
                <a16:creationId xmlns:a16="http://schemas.microsoft.com/office/drawing/2014/main" id="{20C24669-896A-EEA8-917E-FD7E3384C180}"/>
              </a:ext>
            </a:extLst>
          </p:cNvPr>
          <p:cNvSpPr/>
          <p:nvPr/>
        </p:nvSpPr>
        <p:spPr>
          <a:xfrm>
            <a:off x="5312664" y="43891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400"/>
              <a:buFont typeface="Calibri"/>
              <a:buNone/>
            </a:pPr>
            <a:r>
              <a:rPr lang="es-CL" sz="1400" b="1" i="0" u="none" strike="noStrike" cap="none" noProof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lang="es-CL" sz="1400" b="0" i="0" u="none" strike="noStrike" cap="none" noProof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" name="Google Shape;78;p2">
            <a:extLst>
              <a:ext uri="{FF2B5EF4-FFF2-40B4-BE49-F238E27FC236}">
                <a16:creationId xmlns:a16="http://schemas.microsoft.com/office/drawing/2014/main" id="{F71C6406-7F28-DD39-2E7E-6ADF083176C7}"/>
              </a:ext>
            </a:extLst>
          </p:cNvPr>
          <p:cNvSpPr/>
          <p:nvPr/>
        </p:nvSpPr>
        <p:spPr>
          <a:xfrm>
            <a:off x="5312664" y="4937760"/>
            <a:ext cx="185623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400"/>
              <a:buFont typeface="Georgia"/>
              <a:buNone/>
            </a:pPr>
            <a:r>
              <a:rPr lang="es-CL" sz="1400" b="1" i="0" u="none" strike="noStrike" cap="none" noProof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Pruebas</a:t>
            </a:r>
            <a:endParaRPr lang="es-CL" sz="1400" b="0" i="0" u="none" strike="noStrike" cap="none" noProof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6" name="Google Shape;79;p2">
            <a:extLst>
              <a:ext uri="{FF2B5EF4-FFF2-40B4-BE49-F238E27FC236}">
                <a16:creationId xmlns:a16="http://schemas.microsoft.com/office/drawing/2014/main" id="{FD52E9A6-E8D0-9E91-DA50-1421BA3FA46E}"/>
              </a:ext>
            </a:extLst>
          </p:cNvPr>
          <p:cNvSpPr/>
          <p:nvPr/>
        </p:nvSpPr>
        <p:spPr>
          <a:xfrm>
            <a:off x="5312664" y="5715000"/>
            <a:ext cx="185623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s-CL" sz="1000" b="0" i="0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32 casos planificados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s-CL" sz="1000" b="0" i="0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21 pruebas JUnit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80;p2">
            <a:extLst>
              <a:ext uri="{FF2B5EF4-FFF2-40B4-BE49-F238E27FC236}">
                <a16:creationId xmlns:a16="http://schemas.microsoft.com/office/drawing/2014/main" id="{EC0866D9-52D5-0F10-D5DA-08211B738015}"/>
              </a:ext>
            </a:extLst>
          </p:cNvPr>
          <p:cNvSpPr/>
          <p:nvPr/>
        </p:nvSpPr>
        <p:spPr>
          <a:xfrm>
            <a:off x="7397496" y="4160520"/>
            <a:ext cx="2221992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2000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81;p2">
            <a:extLst>
              <a:ext uri="{FF2B5EF4-FFF2-40B4-BE49-F238E27FC236}">
                <a16:creationId xmlns:a16="http://schemas.microsoft.com/office/drawing/2014/main" id="{70632EC5-0950-E5BD-DD55-E2FA34933C12}"/>
              </a:ext>
            </a:extLst>
          </p:cNvPr>
          <p:cNvSpPr/>
          <p:nvPr/>
        </p:nvSpPr>
        <p:spPr>
          <a:xfrm>
            <a:off x="7397496" y="4160520"/>
            <a:ext cx="73152" cy="2148840"/>
          </a:xfrm>
          <a:prstGeom prst="rect">
            <a:avLst/>
          </a:prstGeom>
          <a:solidFill>
            <a:srgbClr val="820000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82;p2">
            <a:extLst>
              <a:ext uri="{FF2B5EF4-FFF2-40B4-BE49-F238E27FC236}">
                <a16:creationId xmlns:a16="http://schemas.microsoft.com/office/drawing/2014/main" id="{D0C7E06E-1B11-0B33-3C18-3FD72B388E23}"/>
              </a:ext>
            </a:extLst>
          </p:cNvPr>
          <p:cNvSpPr/>
          <p:nvPr/>
        </p:nvSpPr>
        <p:spPr>
          <a:xfrm>
            <a:off x="7626096" y="43891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400"/>
              <a:buFont typeface="Calibri"/>
              <a:buNone/>
            </a:pPr>
            <a:r>
              <a:rPr lang="es-CL" sz="1400" b="1" i="0" u="none" strike="noStrike" cap="none" noProof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lang="es-CL" sz="1400" b="0" i="0" u="none" strike="noStrike" cap="none" noProof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0" name="Google Shape;83;p2">
            <a:extLst>
              <a:ext uri="{FF2B5EF4-FFF2-40B4-BE49-F238E27FC236}">
                <a16:creationId xmlns:a16="http://schemas.microsoft.com/office/drawing/2014/main" id="{4E5C9E9C-25C7-A050-5EC0-5E81D14F53CA}"/>
              </a:ext>
            </a:extLst>
          </p:cNvPr>
          <p:cNvSpPr/>
          <p:nvPr/>
        </p:nvSpPr>
        <p:spPr>
          <a:xfrm>
            <a:off x="7626096" y="4937760"/>
            <a:ext cx="185623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400"/>
              <a:buFont typeface="Georgia"/>
              <a:buNone/>
            </a:pPr>
            <a:r>
              <a:rPr lang="es-CL" sz="1400" b="1" i="0" u="none" strike="noStrike" cap="none" noProof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Scrum++</a:t>
            </a:r>
            <a:endParaRPr lang="es-CL" sz="1400" b="0" i="0" u="none" strike="noStrike" cap="none" noProof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1" name="Google Shape;84;p2">
            <a:extLst>
              <a:ext uri="{FF2B5EF4-FFF2-40B4-BE49-F238E27FC236}">
                <a16:creationId xmlns:a16="http://schemas.microsoft.com/office/drawing/2014/main" id="{B6C6210C-7ABC-135B-B6BE-43B9DD83E508}"/>
              </a:ext>
            </a:extLst>
          </p:cNvPr>
          <p:cNvSpPr/>
          <p:nvPr/>
        </p:nvSpPr>
        <p:spPr>
          <a:xfrm>
            <a:off x="7626096" y="5715000"/>
            <a:ext cx="185623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s-CL" sz="1000" b="0" i="0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Sprint · HH · Burn Up y Burn Down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85;p2">
            <a:extLst>
              <a:ext uri="{FF2B5EF4-FFF2-40B4-BE49-F238E27FC236}">
                <a16:creationId xmlns:a16="http://schemas.microsoft.com/office/drawing/2014/main" id="{EDC690BB-631B-B576-E8D7-F4620330C6BC}"/>
              </a:ext>
            </a:extLst>
          </p:cNvPr>
          <p:cNvSpPr/>
          <p:nvPr/>
        </p:nvSpPr>
        <p:spPr>
          <a:xfrm>
            <a:off x="9710928" y="4160520"/>
            <a:ext cx="2221992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2000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86;p2">
            <a:extLst>
              <a:ext uri="{FF2B5EF4-FFF2-40B4-BE49-F238E27FC236}">
                <a16:creationId xmlns:a16="http://schemas.microsoft.com/office/drawing/2014/main" id="{7F59FE03-C073-53C7-1F1B-B2785F41248E}"/>
              </a:ext>
            </a:extLst>
          </p:cNvPr>
          <p:cNvSpPr/>
          <p:nvPr/>
        </p:nvSpPr>
        <p:spPr>
          <a:xfrm>
            <a:off x="9710928" y="4160520"/>
            <a:ext cx="73152" cy="2148840"/>
          </a:xfrm>
          <a:prstGeom prst="rect">
            <a:avLst/>
          </a:prstGeom>
          <a:solidFill>
            <a:srgbClr val="820000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87;p2">
            <a:extLst>
              <a:ext uri="{FF2B5EF4-FFF2-40B4-BE49-F238E27FC236}">
                <a16:creationId xmlns:a16="http://schemas.microsoft.com/office/drawing/2014/main" id="{740FBD42-BB98-F58B-1BCD-D18AC6C2A7F1}"/>
              </a:ext>
            </a:extLst>
          </p:cNvPr>
          <p:cNvSpPr/>
          <p:nvPr/>
        </p:nvSpPr>
        <p:spPr>
          <a:xfrm>
            <a:off x="9939528" y="43891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400"/>
              <a:buFont typeface="Calibri"/>
              <a:buNone/>
            </a:pPr>
            <a:r>
              <a:rPr lang="es-CL" sz="1400" b="1" i="0" u="none" strike="noStrike" cap="none" noProof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lang="es-CL" sz="1400" b="0" i="0" u="none" strike="noStrike" cap="none" noProof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5" name="Google Shape;88;p2">
            <a:extLst>
              <a:ext uri="{FF2B5EF4-FFF2-40B4-BE49-F238E27FC236}">
                <a16:creationId xmlns:a16="http://schemas.microsoft.com/office/drawing/2014/main" id="{77DD86DF-C5D5-2635-D01E-DEE2A61FEE4E}"/>
              </a:ext>
            </a:extLst>
          </p:cNvPr>
          <p:cNvSpPr/>
          <p:nvPr/>
        </p:nvSpPr>
        <p:spPr>
          <a:xfrm>
            <a:off x="9939528" y="4937760"/>
            <a:ext cx="185623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400"/>
              <a:buFont typeface="Georgia"/>
              <a:buNone/>
            </a:pPr>
            <a:r>
              <a:rPr lang="es-CL" sz="1400" b="1" i="0" u="none" strike="noStrike" cap="none" noProof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Demostración y cierre</a:t>
            </a:r>
            <a:endParaRPr lang="es-CL" sz="1400" b="0" i="0" u="none" strike="noStrike" cap="none" noProof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6" name="Google Shape;89;p2">
            <a:extLst>
              <a:ext uri="{FF2B5EF4-FFF2-40B4-BE49-F238E27FC236}">
                <a16:creationId xmlns:a16="http://schemas.microsoft.com/office/drawing/2014/main" id="{E1CBE5DF-8C9B-089E-4C55-033CE806BE4C}"/>
              </a:ext>
            </a:extLst>
          </p:cNvPr>
          <p:cNvSpPr/>
          <p:nvPr/>
        </p:nvSpPr>
        <p:spPr>
          <a:xfrm>
            <a:off x="9939528" y="5715000"/>
            <a:ext cx="185623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s-CL" sz="1000" b="0" i="0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Evidencia de 18 de 22 UR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s-CL" sz="1000" b="0" i="0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39;p2">
            <a:extLst>
              <a:ext uri="{FF2B5EF4-FFF2-40B4-BE49-F238E27FC236}">
                <a16:creationId xmlns:a16="http://schemas.microsoft.com/office/drawing/2014/main" id="{7DFFB93A-A72A-DC90-5E11-1C0E0E0C3726}"/>
              </a:ext>
            </a:extLst>
          </p:cNvPr>
          <p:cNvSpPr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475569"/>
              </a:buClr>
              <a:buSzPts val="1400"/>
            </a:pPr>
            <a:r>
              <a:rPr lang="es-CL" sz="1400" b="0" i="1" u="none" strike="noStrike" cap="none" noProof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Recorrido de la presentación del </a:t>
            </a:r>
            <a:r>
              <a:rPr lang="es-CL" i="1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Tercer </a:t>
            </a:r>
            <a:r>
              <a:rPr lang="es-CL" sz="1400" b="0" i="1" u="none" strike="noStrike" cap="none" noProof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Incremento</a:t>
            </a:r>
            <a:endParaRPr lang="es-CL" sz="1400" b="0" i="0" u="none" strike="noStrike" cap="none" noProof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Proyecto Ingeniería de Software II   •   Grupo 20   •   Minimarket Antucayen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1" i="0">
                <a:solidFill>
                  <a:srgbClr val="94A3B8"/>
                </a:solidFill>
                <a:latin typeface="Calibri"/>
              </a:rPr>
              <a:t>2 / 24</a:t>
            </a:r>
          </a:p>
        </p:txBody>
      </p:sp>
    </p:spTree>
    <p:extLst>
      <p:ext uri="{BB962C8B-B14F-4D97-AF65-F5344CB8AC3E}">
        <p14:creationId xmlns:p14="http://schemas.microsoft.com/office/powerpoint/2010/main" val="28928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405" y="1"/>
            <a:ext cx="12192810" cy="802886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400" y="100584"/>
            <a:ext cx="719254" cy="600029"/>
          </a:xfrm>
          <a:prstGeom prst="rect">
            <a:avLst/>
          </a:prstGeom>
        </p:spPr>
      </p:pic>
      <p:sp>
        <p:nvSpPr>
          <p:cNvPr id="17" name="CuadroTexto 16"/>
          <p:cNvSpPr txBox="1"/>
          <p:nvPr/>
        </p:nvSpPr>
        <p:spPr>
          <a:xfrm>
            <a:off x="367258" y="157590"/>
            <a:ext cx="7804355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marL="457200" indent="-457200">
              <a:buAutoNum type="arabicPeriod"/>
              <a:defRPr/>
            </a:pPr>
            <a:r>
              <a:rPr lang="es-ES_tradnl" sz="2400" b="1">
                <a:solidFill>
                  <a:prstClr val="white"/>
                </a:solidFill>
                <a:latin typeface="Helvetica"/>
                <a:ea typeface="Gungsuh"/>
                <a:cs typeface="Gungsuh" charset="-127"/>
              </a:rPr>
              <a:t>Contexto del proyecto</a:t>
            </a:r>
            <a:endParaRPr lang="es-ES_tradnl" sz="2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itchFamily="2" charset="0"/>
              <a:ea typeface="Gungsuh" charset="-127"/>
              <a:cs typeface="Gungsuh" charset="-127"/>
            </a:endParaRPr>
          </a:p>
        </p:txBody>
      </p:sp>
      <p:sp>
        <p:nvSpPr>
          <p:cNvPr id="3" name="Google Shape;98;p3">
            <a:extLst>
              <a:ext uri="{FF2B5EF4-FFF2-40B4-BE49-F238E27FC236}">
                <a16:creationId xmlns:a16="http://schemas.microsoft.com/office/drawing/2014/main" id="{305AD45B-92C2-144D-403F-AA8FDE23055E}"/>
              </a:ext>
            </a:extLst>
          </p:cNvPr>
          <p:cNvSpPr/>
          <p:nvPr/>
        </p:nvSpPr>
        <p:spPr>
          <a:xfrm>
            <a:off x="457200" y="1143000"/>
            <a:ext cx="6041571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Georgia"/>
              <a:buNone/>
            </a:pPr>
            <a:r>
              <a:rPr lang="es-CL" sz="1600" b="0" i="1" u="none" strike="noStrike" cap="none" noProof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Problemática diagnosticada en el Documento 0</a:t>
            </a:r>
            <a:endParaRPr lang="es-CL" sz="1600" b="0" i="0" u="none" strike="noStrike" cap="none" noProof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Google Shape;101;p3">
            <a:extLst>
              <a:ext uri="{FF2B5EF4-FFF2-40B4-BE49-F238E27FC236}">
                <a16:creationId xmlns:a16="http://schemas.microsoft.com/office/drawing/2014/main" id="{BC34DECA-3AE8-7FF9-B251-62E2B5A1F6C7}"/>
              </a:ext>
            </a:extLst>
          </p:cNvPr>
          <p:cNvSpPr/>
          <p:nvPr/>
        </p:nvSpPr>
        <p:spPr>
          <a:xfrm>
            <a:off x="457200" y="1828800"/>
            <a:ext cx="59436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Calibri"/>
              <a:buNone/>
            </a:pPr>
            <a:r>
              <a:rPr lang="es-CL" sz="1400" b="0" i="0" u="none" strike="noStrike" cap="none" noProof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Minimarket</a:t>
            </a:r>
            <a:r>
              <a:rPr lang="es-CL" sz="1400" b="0" i="0" u="none" strike="noStrike" cap="none" noProof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L" sz="1400" b="0" i="0" u="none" strike="noStrike" cap="none" noProof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Antucayen</a:t>
            </a:r>
            <a:r>
              <a:rPr lang="es-CL" sz="1400" b="0" i="0" u="none" strike="noStrike" cap="none" noProof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opera con dotación reducida. Sus procesos administrativos se gestionan con planillas físicas y archivos Excel no estructurados.</a:t>
            </a:r>
            <a:endParaRPr lang="es-CL" sz="1400" b="0" i="0" u="none" strike="noStrike" cap="none" noProof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Google Shape;102;p3">
            <a:extLst>
              <a:ext uri="{FF2B5EF4-FFF2-40B4-BE49-F238E27FC236}">
                <a16:creationId xmlns:a16="http://schemas.microsoft.com/office/drawing/2014/main" id="{03E50251-D86A-BE06-5FC5-572400EFE425}"/>
              </a:ext>
            </a:extLst>
          </p:cNvPr>
          <p:cNvSpPr/>
          <p:nvPr/>
        </p:nvSpPr>
        <p:spPr>
          <a:xfrm>
            <a:off x="457200" y="2788920"/>
            <a:ext cx="59436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Calibri"/>
              <a:buNone/>
            </a:pPr>
            <a:r>
              <a:rPr lang="es-CL" sz="1400" b="0" i="0" u="none" strike="noStrike" cap="none" noProof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Esto genera pérdidas de tiempo, errores en la cuadratura de inventario y ausencia de trazabilidad de los movimientos de mercadería.</a:t>
            </a:r>
            <a:endParaRPr lang="es-CL" sz="1400" b="0" i="0" u="none" strike="noStrike" cap="none" noProof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Google Shape;103;p3">
            <a:extLst>
              <a:ext uri="{FF2B5EF4-FFF2-40B4-BE49-F238E27FC236}">
                <a16:creationId xmlns:a16="http://schemas.microsoft.com/office/drawing/2014/main" id="{7FFD2B9A-4A94-1BF2-9922-03918EBC606D}"/>
              </a:ext>
            </a:extLst>
          </p:cNvPr>
          <p:cNvSpPr/>
          <p:nvPr/>
        </p:nvSpPr>
        <p:spPr>
          <a:xfrm>
            <a:off x="457200" y="4023360"/>
            <a:ext cx="1874520" cy="1463040"/>
          </a:xfrm>
          <a:prstGeom prst="rect">
            <a:avLst/>
          </a:prstGeom>
          <a:solidFill>
            <a:srgbClr val="820000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04;p3">
            <a:extLst>
              <a:ext uri="{FF2B5EF4-FFF2-40B4-BE49-F238E27FC236}">
                <a16:creationId xmlns:a16="http://schemas.microsoft.com/office/drawing/2014/main" id="{8C70ABF7-43C9-F30A-DEFD-7F253A76CB7D}"/>
              </a:ext>
            </a:extLst>
          </p:cNvPr>
          <p:cNvSpPr/>
          <p:nvPr/>
        </p:nvSpPr>
        <p:spPr>
          <a:xfrm>
            <a:off x="457200" y="4114800"/>
            <a:ext cx="18745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5200"/>
              <a:buFont typeface="Georgia"/>
              <a:buNone/>
            </a:pPr>
            <a:r>
              <a:rPr lang="es-CL" sz="5200" b="1">
                <a:solidFill>
                  <a:schemeClr val="bg1"/>
                </a:solidFill>
                <a:latin typeface="Georgia"/>
                <a:ea typeface="Calibri"/>
                <a:cs typeface="Calibri"/>
              </a:rPr>
              <a:t>72</a:t>
            </a:r>
            <a:endParaRPr lang="es-CL" sz="5200" b="1" i="0" u="none" strike="noStrike" cap="none" noProof="0">
              <a:solidFill>
                <a:schemeClr val="bg1"/>
              </a:solidFill>
              <a:latin typeface="Georgia"/>
              <a:ea typeface="Calibri"/>
              <a:cs typeface="Calibri"/>
            </a:endParaRPr>
          </a:p>
        </p:txBody>
      </p:sp>
      <p:sp>
        <p:nvSpPr>
          <p:cNvPr id="9" name="Google Shape;105;p3">
            <a:extLst>
              <a:ext uri="{FF2B5EF4-FFF2-40B4-BE49-F238E27FC236}">
                <a16:creationId xmlns:a16="http://schemas.microsoft.com/office/drawing/2014/main" id="{69449517-F019-4BF4-967D-713ABF830DED}"/>
              </a:ext>
            </a:extLst>
          </p:cNvPr>
          <p:cNvSpPr/>
          <p:nvPr/>
        </p:nvSpPr>
        <p:spPr>
          <a:xfrm>
            <a:off x="457200" y="4892040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s-CL" sz="10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Requerimientos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s-CL" sz="10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funcionales totales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6;p3">
            <a:extLst>
              <a:ext uri="{FF2B5EF4-FFF2-40B4-BE49-F238E27FC236}">
                <a16:creationId xmlns:a16="http://schemas.microsoft.com/office/drawing/2014/main" id="{49250BEB-8462-342A-7201-7FEB72D04E27}"/>
              </a:ext>
            </a:extLst>
          </p:cNvPr>
          <p:cNvSpPr/>
          <p:nvPr/>
        </p:nvSpPr>
        <p:spPr>
          <a:xfrm>
            <a:off x="2468880" y="4023360"/>
            <a:ext cx="1874520" cy="1463040"/>
          </a:xfrm>
          <a:prstGeom prst="rect">
            <a:avLst/>
          </a:prstGeom>
          <a:solidFill>
            <a:srgbClr val="820000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07;p3">
            <a:extLst>
              <a:ext uri="{FF2B5EF4-FFF2-40B4-BE49-F238E27FC236}">
                <a16:creationId xmlns:a16="http://schemas.microsoft.com/office/drawing/2014/main" id="{DEDC3B90-401A-A59D-90CF-B348F1E617F6}"/>
              </a:ext>
            </a:extLst>
          </p:cNvPr>
          <p:cNvSpPr/>
          <p:nvPr/>
        </p:nvSpPr>
        <p:spPr>
          <a:xfrm>
            <a:off x="2468880" y="4114800"/>
            <a:ext cx="18745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5200"/>
              <a:buFont typeface="Georgia"/>
              <a:buNone/>
            </a:pPr>
            <a:r>
              <a:rPr lang="es-CL" sz="5200" b="1">
                <a:solidFill>
                  <a:schemeClr val="bg1"/>
                </a:solidFill>
                <a:latin typeface="Georgia"/>
                <a:ea typeface="Calibri"/>
                <a:cs typeface="Calibri"/>
              </a:rPr>
              <a:t>22</a:t>
            </a:r>
            <a:endParaRPr lang="es-CL" sz="5200" b="1" i="0" u="none" strike="noStrike" cap="none" noProof="0">
              <a:solidFill>
                <a:schemeClr val="bg1"/>
              </a:solidFill>
              <a:latin typeface="Georgia"/>
              <a:ea typeface="Calibri"/>
              <a:cs typeface="Calibri"/>
            </a:endParaRPr>
          </a:p>
        </p:txBody>
      </p:sp>
      <p:sp>
        <p:nvSpPr>
          <p:cNvPr id="12" name="Google Shape;108;p3">
            <a:extLst>
              <a:ext uri="{FF2B5EF4-FFF2-40B4-BE49-F238E27FC236}">
                <a16:creationId xmlns:a16="http://schemas.microsoft.com/office/drawing/2014/main" id="{4FE15370-0AA9-6685-56EB-685F8EB56598}"/>
              </a:ext>
            </a:extLst>
          </p:cNvPr>
          <p:cNvSpPr/>
          <p:nvPr/>
        </p:nvSpPr>
        <p:spPr>
          <a:xfrm>
            <a:off x="2468880" y="4892040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20000"/>
              </a:lnSpc>
              <a:buClr>
                <a:srgbClr val="FFFFFF"/>
              </a:buClr>
              <a:buSzPts val="1000"/>
            </a:pPr>
            <a:r>
              <a:rPr lang="es-CL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UR abordados en el</a:t>
            </a:r>
            <a:endParaRPr lang="es-CL" sz="100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algn="ctr">
              <a:lnSpc>
                <a:spcPct val="120000"/>
              </a:lnSpc>
              <a:buClr>
                <a:srgbClr val="FFFFFF"/>
              </a:buClr>
              <a:buSzPts val="1000"/>
            </a:pPr>
            <a:r>
              <a:rPr lang="es-CL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Incremento 3 (30,6 %)</a:t>
            </a:r>
            <a:endParaRPr lang="es-CL" sz="100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Google Shape;109;p3">
            <a:extLst>
              <a:ext uri="{FF2B5EF4-FFF2-40B4-BE49-F238E27FC236}">
                <a16:creationId xmlns:a16="http://schemas.microsoft.com/office/drawing/2014/main" id="{AA919BAA-9D95-D711-248F-750F957049C0}"/>
              </a:ext>
            </a:extLst>
          </p:cNvPr>
          <p:cNvSpPr/>
          <p:nvPr/>
        </p:nvSpPr>
        <p:spPr>
          <a:xfrm>
            <a:off x="4480560" y="4023360"/>
            <a:ext cx="1874520" cy="1463040"/>
          </a:xfrm>
          <a:prstGeom prst="rect">
            <a:avLst/>
          </a:prstGeom>
          <a:solidFill>
            <a:srgbClr val="820000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10;p3">
            <a:extLst>
              <a:ext uri="{FF2B5EF4-FFF2-40B4-BE49-F238E27FC236}">
                <a16:creationId xmlns:a16="http://schemas.microsoft.com/office/drawing/2014/main" id="{4A2F0098-A679-7688-82A4-A697E20FE1D5}"/>
              </a:ext>
            </a:extLst>
          </p:cNvPr>
          <p:cNvSpPr/>
          <p:nvPr/>
        </p:nvSpPr>
        <p:spPr>
          <a:xfrm>
            <a:off x="4480560" y="4114800"/>
            <a:ext cx="18745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5200"/>
              <a:buFont typeface="Georgia"/>
              <a:buNone/>
            </a:pPr>
            <a:r>
              <a:rPr lang="es-CL" sz="5200" b="1">
                <a:solidFill>
                  <a:schemeClr val="bg1"/>
                </a:solidFill>
                <a:latin typeface="Georgia"/>
                <a:ea typeface="Calibri"/>
                <a:cs typeface="Calibri"/>
                <a:sym typeface="Georgia"/>
              </a:rPr>
              <a:t>3</a:t>
            </a:r>
            <a:endParaRPr lang="es-CL" sz="5200" b="1" i="0" u="none" strike="noStrike" cap="none" noProof="0">
              <a:solidFill>
                <a:schemeClr val="bg1"/>
              </a:solidFill>
              <a:latin typeface="Georgia"/>
              <a:ea typeface="Calibri"/>
              <a:cs typeface="Calibri"/>
            </a:endParaRPr>
          </a:p>
        </p:txBody>
      </p:sp>
      <p:sp>
        <p:nvSpPr>
          <p:cNvPr id="15" name="Google Shape;111;p3">
            <a:extLst>
              <a:ext uri="{FF2B5EF4-FFF2-40B4-BE49-F238E27FC236}">
                <a16:creationId xmlns:a16="http://schemas.microsoft.com/office/drawing/2014/main" id="{A3D1F5E1-5F4F-A04E-5A72-EB3434050362}"/>
              </a:ext>
            </a:extLst>
          </p:cNvPr>
          <p:cNvSpPr/>
          <p:nvPr/>
        </p:nvSpPr>
        <p:spPr>
          <a:xfrm>
            <a:off x="4480560" y="4892040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s-CL" sz="10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Actores definidos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s-CL" sz="10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 el sistema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49440" y="1143000"/>
            <a:ext cx="475488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i="1">
                <a:solidFill>
                  <a:srgbClr val="1F2937"/>
                </a:solidFill>
                <a:latin typeface="Georgia"/>
              </a:rPr>
              <a:t>Avance por incremento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49440" y="1828800"/>
          <a:ext cx="4754880" cy="2286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Incremento</a:t>
                      </a:r>
                    </a:p>
                  </a:txBody>
                  <a:tcPr marL="54864" marR="54864" marT="22860" marB="22860" anchor="ctr">
                    <a:solidFill>
                      <a:srgbClr val="8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UR</a:t>
                      </a:r>
                    </a:p>
                  </a:txBody>
                  <a:tcPr marL="54864" marR="54864" marT="22860" marB="22860" anchor="ctr">
                    <a:solidFill>
                      <a:srgbClr val="8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% parcial</a:t>
                      </a:r>
                    </a:p>
                  </a:txBody>
                  <a:tcPr marL="54864" marR="54864" marT="22860" marB="22860" anchor="ctr">
                    <a:solidFill>
                      <a:srgbClr val="8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% acumulado</a:t>
                      </a:r>
                    </a:p>
                  </a:txBody>
                  <a:tcPr marL="54864" marR="54864" marT="22860" marB="22860" anchor="ctr">
                    <a:solidFill>
                      <a:srgbClr val="82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Incremento 1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33,33 %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33,33 %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Incremento 2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36,1 %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69,4 %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Incremento 3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30,6 %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100 %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937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2937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2937"/>
                          </a:solidFill>
                          <a:latin typeface="Calibri"/>
                        </a:rPr>
                        <a:t>100 %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949440" y="4297680"/>
            <a:ext cx="4754880" cy="1188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El Incremento 3 incorpora los 22 requerimientos que quedaban pendientes y cierra el backlog: no quedan requerimientos funcionales para el cuarto incremento.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Proyecto Ingeniería de Software II   •   Grupo 20   •   Minimarket Antucayen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1" i="0">
                <a:solidFill>
                  <a:srgbClr val="94A3B8"/>
                </a:solidFill>
                <a:latin typeface="Calibri"/>
              </a:rPr>
              <a:t>3 / 24</a:t>
            </a:r>
          </a:p>
        </p:txBody>
      </p:sp>
    </p:spTree>
    <p:extLst>
      <p:ext uri="{BB962C8B-B14F-4D97-AF65-F5344CB8AC3E}">
        <p14:creationId xmlns:p14="http://schemas.microsoft.com/office/powerpoint/2010/main" val="3013883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406" y="1"/>
            <a:ext cx="12192811" cy="802886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400" y="100584"/>
            <a:ext cx="719254" cy="600029"/>
          </a:xfrm>
          <a:prstGeom prst="rect">
            <a:avLst/>
          </a:prstGeom>
        </p:spPr>
      </p:pic>
      <p:sp>
        <p:nvSpPr>
          <p:cNvPr id="17" name="CuadroTexto 16"/>
          <p:cNvSpPr txBox="1"/>
          <p:nvPr/>
        </p:nvSpPr>
        <p:spPr>
          <a:xfrm>
            <a:off x="365760" y="157590"/>
            <a:ext cx="7804355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ES_tradnl" sz="2400" b="1">
                <a:solidFill>
                  <a:prstClr val="white"/>
                </a:solidFill>
                <a:latin typeface="Helvetica"/>
                <a:ea typeface="Gungsuh"/>
              </a:rPr>
              <a:t>2. Propuesta de solución</a:t>
            </a:r>
            <a:endParaRPr lang="es-ES_tradnl" sz="2400" b="1" err="1">
              <a:solidFill>
                <a:prstClr val="white"/>
              </a:solidFill>
              <a:latin typeface="Helvetica"/>
              <a:ea typeface="Gungsuh"/>
              <a:cs typeface="Helvetic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8A63D7-7AFC-E020-9206-387AF3F45B3E}"/>
              </a:ext>
            </a:extLst>
          </p:cNvPr>
          <p:cNvSpPr txBox="1"/>
          <p:nvPr/>
        </p:nvSpPr>
        <p:spPr>
          <a:xfrm>
            <a:off x="317500" y="1217083"/>
            <a:ext cx="6096000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L" sz="1600" b="0" i="1" u="none" strike="noStrike" baseline="0">
                <a:latin typeface="Georgia"/>
              </a:rPr>
              <a:t>Arquitectura MVC</a:t>
            </a:r>
            <a:endParaRPr lang="en-US"/>
          </a:p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031B55-3DAC-DC53-0BA3-C29EFC8173A0}"/>
              </a:ext>
            </a:extLst>
          </p:cNvPr>
          <p:cNvSpPr txBox="1"/>
          <p:nvPr/>
        </p:nvSpPr>
        <p:spPr>
          <a:xfrm>
            <a:off x="317500" y="1714500"/>
            <a:ext cx="1138766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L" sz="1400" b="0" i="1" u="none" strike="noStrike" baseline="0">
                <a:latin typeface="Calibri"/>
              </a:rPr>
              <a:t>Aplicación de escritorio Java Swing sobre el patrón MVC por capas, conectada directamente a </a:t>
            </a:r>
            <a:r>
              <a:rPr lang="es-CL" sz="1400" b="0" i="1" u="none" strike="noStrike" baseline="0" err="1">
                <a:latin typeface="Calibri"/>
              </a:rPr>
              <a:t>MariaDB</a:t>
            </a:r>
            <a:r>
              <a:rPr lang="es-CL" sz="1400" b="0" i="1" u="none" strike="noStrike" baseline="0">
                <a:latin typeface="Calibri"/>
              </a:rPr>
              <a:t> mediante JDBC</a:t>
            </a:r>
            <a:r>
              <a:rPr lang="es-CL" sz="1400" i="1">
                <a:latin typeface="Calibri"/>
              </a:rPr>
              <a:t>.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5" name="Google Shape;124;p4">
            <a:extLst>
              <a:ext uri="{FF2B5EF4-FFF2-40B4-BE49-F238E27FC236}">
                <a16:creationId xmlns:a16="http://schemas.microsoft.com/office/drawing/2014/main" id="{07CE6A0F-EECE-C6A2-F8AF-3C0B76BFC70D}"/>
              </a:ext>
            </a:extLst>
          </p:cNvPr>
          <p:cNvSpPr/>
          <p:nvPr/>
        </p:nvSpPr>
        <p:spPr>
          <a:xfrm>
            <a:off x="457200" y="2377440"/>
            <a:ext cx="3703320" cy="3657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125;p4">
            <a:extLst>
              <a:ext uri="{FF2B5EF4-FFF2-40B4-BE49-F238E27FC236}">
                <a16:creationId xmlns:a16="http://schemas.microsoft.com/office/drawing/2014/main" id="{71F65EB3-7AE1-6C54-3A32-F7416464CCFC}"/>
              </a:ext>
            </a:extLst>
          </p:cNvPr>
          <p:cNvSpPr/>
          <p:nvPr/>
        </p:nvSpPr>
        <p:spPr>
          <a:xfrm>
            <a:off x="457200" y="2377440"/>
            <a:ext cx="3703320" cy="1188720"/>
          </a:xfrm>
          <a:prstGeom prst="rect">
            <a:avLst/>
          </a:prstGeom>
          <a:solidFill>
            <a:srgbClr val="820000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26;p4">
            <a:extLst>
              <a:ext uri="{FF2B5EF4-FFF2-40B4-BE49-F238E27FC236}">
                <a16:creationId xmlns:a16="http://schemas.microsoft.com/office/drawing/2014/main" id="{98AB11BD-AC26-A2D3-A1AA-F1AECB62D479}"/>
              </a:ext>
            </a:extLst>
          </p:cNvPr>
          <p:cNvSpPr/>
          <p:nvPr/>
        </p:nvSpPr>
        <p:spPr>
          <a:xfrm>
            <a:off x="731520" y="2560320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100"/>
              <a:buFont typeface="Calibri"/>
              <a:buNone/>
            </a:pPr>
            <a:r>
              <a:rPr lang="es-CL" sz="1100" b="1" i="0" u="none" strike="noStrike" cap="none" noProof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CAPA DE PRESENTACIÓN</a:t>
            </a:r>
            <a:endParaRPr lang="es-CL" sz="1100" b="0" i="0" u="none" strike="noStrike" cap="none" noProof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Google Shape;127;p4">
            <a:extLst>
              <a:ext uri="{FF2B5EF4-FFF2-40B4-BE49-F238E27FC236}">
                <a16:creationId xmlns:a16="http://schemas.microsoft.com/office/drawing/2014/main" id="{6CCE689E-7C90-7DEB-4A5F-256516C69F63}"/>
              </a:ext>
            </a:extLst>
          </p:cNvPr>
          <p:cNvSpPr/>
          <p:nvPr/>
        </p:nvSpPr>
        <p:spPr>
          <a:xfrm>
            <a:off x="731520" y="2834640"/>
            <a:ext cx="3154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lang="es-CL" sz="2800" b="1" i="0" u="none" strike="noStrike" cap="none" noProof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Vista</a:t>
            </a:r>
            <a:endParaRPr lang="es-CL" sz="28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28;p4">
            <a:extLst>
              <a:ext uri="{FF2B5EF4-FFF2-40B4-BE49-F238E27FC236}">
                <a16:creationId xmlns:a16="http://schemas.microsoft.com/office/drawing/2014/main" id="{22DD29B8-2FDF-1A8F-3581-F03D3173C051}"/>
              </a:ext>
            </a:extLst>
          </p:cNvPr>
          <p:cNvSpPr/>
          <p:nvPr/>
        </p:nvSpPr>
        <p:spPr>
          <a:xfrm>
            <a:off x="731520" y="3291840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D4C7"/>
              </a:buClr>
              <a:buSzPts val="1200"/>
              <a:buFont typeface="Georgia"/>
              <a:buNone/>
            </a:pPr>
            <a:r>
              <a:rPr lang="es-CL" sz="1200" b="0" i="1" u="none" strike="noStrike" cap="none" noProof="0">
                <a:solidFill>
                  <a:srgbClr val="B8D4C7"/>
                </a:solidFill>
                <a:latin typeface="Georgia"/>
                <a:ea typeface="Georgia"/>
                <a:cs typeface="Georgia"/>
                <a:sym typeface="Georgia"/>
              </a:rPr>
              <a:t>Java Swing</a:t>
            </a:r>
            <a:endParaRPr lang="es-CL" sz="1200" b="0" i="1" u="none" strike="noStrike" cap="none" noProof="0">
              <a:solidFill>
                <a:srgbClr val="B8D4C7"/>
              </a:solidFill>
              <a:latin typeface="Georgia"/>
              <a:ea typeface="Calibri"/>
              <a:cs typeface="Calibri"/>
            </a:endParaRPr>
          </a:p>
        </p:txBody>
      </p:sp>
      <p:sp>
        <p:nvSpPr>
          <p:cNvPr id="11" name="Google Shape;129;p4">
            <a:extLst>
              <a:ext uri="{FF2B5EF4-FFF2-40B4-BE49-F238E27FC236}">
                <a16:creationId xmlns:a16="http://schemas.microsoft.com/office/drawing/2014/main" id="{6692D8D9-ED31-CB8B-C8EB-82F063C24414}"/>
              </a:ext>
            </a:extLst>
          </p:cNvPr>
          <p:cNvSpPr/>
          <p:nvPr/>
        </p:nvSpPr>
        <p:spPr>
          <a:xfrm>
            <a:off x="777240" y="3840480"/>
            <a:ext cx="228600" cy="228600"/>
          </a:xfrm>
          <a:prstGeom prst="ellipse">
            <a:avLst/>
          </a:prstGeom>
          <a:solidFill>
            <a:srgbClr val="820000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30;p4">
            <a:extLst>
              <a:ext uri="{FF2B5EF4-FFF2-40B4-BE49-F238E27FC236}">
                <a16:creationId xmlns:a16="http://schemas.microsoft.com/office/drawing/2014/main" id="{97C51E55-4432-966A-ACCE-BAE02A19A664}"/>
              </a:ext>
            </a:extLst>
          </p:cNvPr>
          <p:cNvSpPr/>
          <p:nvPr/>
        </p:nvSpPr>
        <p:spPr>
          <a:xfrm>
            <a:off x="1143000" y="3794760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300"/>
              <a:buFont typeface="Calibri"/>
              <a:buNone/>
            </a:pPr>
            <a:r>
              <a:rPr lang="es-CL" sz="1300" b="0" i="0" u="none" strike="noStrike" cap="none" noProof="0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Vistas JFrame y JDialog</a:t>
            </a:r>
            <a:endParaRPr lang="es-CL" sz="13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1;p4">
            <a:extLst>
              <a:ext uri="{FF2B5EF4-FFF2-40B4-BE49-F238E27FC236}">
                <a16:creationId xmlns:a16="http://schemas.microsoft.com/office/drawing/2014/main" id="{E931FE48-5B78-F105-457B-3E2A96FC411E}"/>
              </a:ext>
            </a:extLst>
          </p:cNvPr>
          <p:cNvSpPr/>
          <p:nvPr/>
        </p:nvSpPr>
        <p:spPr>
          <a:xfrm>
            <a:off x="777240" y="4480560"/>
            <a:ext cx="228600" cy="228600"/>
          </a:xfrm>
          <a:prstGeom prst="ellipse">
            <a:avLst/>
          </a:prstGeom>
          <a:solidFill>
            <a:srgbClr val="820000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32;p4">
            <a:extLst>
              <a:ext uri="{FF2B5EF4-FFF2-40B4-BE49-F238E27FC236}">
                <a16:creationId xmlns:a16="http://schemas.microsoft.com/office/drawing/2014/main" id="{C31C8717-C528-3245-86E0-0C5DEEECC418}"/>
              </a:ext>
            </a:extLst>
          </p:cNvPr>
          <p:cNvSpPr/>
          <p:nvPr/>
        </p:nvSpPr>
        <p:spPr>
          <a:xfrm>
            <a:off x="1143000" y="4434840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300"/>
              <a:buFont typeface="Calibri"/>
              <a:buNone/>
            </a:pPr>
            <a:r>
              <a:rPr lang="es-CL" sz="1300" b="0" i="0" u="none" strike="noStrike" cap="none" noProof="0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Menú según el perfil del usuario</a:t>
            </a:r>
            <a:endParaRPr lang="es-CL" sz="13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33;p4">
            <a:extLst>
              <a:ext uri="{FF2B5EF4-FFF2-40B4-BE49-F238E27FC236}">
                <a16:creationId xmlns:a16="http://schemas.microsoft.com/office/drawing/2014/main" id="{5BE66BBE-659A-34B3-067E-E2E67AE78071}"/>
              </a:ext>
            </a:extLst>
          </p:cNvPr>
          <p:cNvSpPr/>
          <p:nvPr/>
        </p:nvSpPr>
        <p:spPr>
          <a:xfrm>
            <a:off x="777240" y="5120640"/>
            <a:ext cx="228600" cy="228600"/>
          </a:xfrm>
          <a:prstGeom prst="ellipse">
            <a:avLst/>
          </a:prstGeom>
          <a:solidFill>
            <a:srgbClr val="820000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34;p4">
            <a:extLst>
              <a:ext uri="{FF2B5EF4-FFF2-40B4-BE49-F238E27FC236}">
                <a16:creationId xmlns:a16="http://schemas.microsoft.com/office/drawing/2014/main" id="{C280610F-A2DD-6FF0-AFD5-27617474BBDF}"/>
              </a:ext>
            </a:extLst>
          </p:cNvPr>
          <p:cNvSpPr/>
          <p:nvPr/>
        </p:nvSpPr>
        <p:spPr>
          <a:xfrm>
            <a:off x="1143000" y="5074920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300"/>
              <a:buFont typeface="Calibri"/>
              <a:buNone/>
            </a:pPr>
            <a:r>
              <a:rPr lang="es-CL" sz="1300" b="0" i="0" u="none" strike="noStrike" cap="none" noProof="0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Eventos delegados al controlador</a:t>
            </a:r>
            <a:endParaRPr lang="es-CL" sz="13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35;p4">
            <a:extLst>
              <a:ext uri="{FF2B5EF4-FFF2-40B4-BE49-F238E27FC236}">
                <a16:creationId xmlns:a16="http://schemas.microsoft.com/office/drawing/2014/main" id="{5A1BC170-E9A0-5F4B-C0BD-620B5990DB30}"/>
              </a:ext>
            </a:extLst>
          </p:cNvPr>
          <p:cNvSpPr/>
          <p:nvPr/>
        </p:nvSpPr>
        <p:spPr>
          <a:xfrm>
            <a:off x="4279392" y="2377440"/>
            <a:ext cx="3703320" cy="3657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36;p4">
            <a:extLst>
              <a:ext uri="{FF2B5EF4-FFF2-40B4-BE49-F238E27FC236}">
                <a16:creationId xmlns:a16="http://schemas.microsoft.com/office/drawing/2014/main" id="{50B06022-710A-AFD7-D1D1-7A4B601DF5BE}"/>
              </a:ext>
            </a:extLst>
          </p:cNvPr>
          <p:cNvSpPr/>
          <p:nvPr/>
        </p:nvSpPr>
        <p:spPr>
          <a:xfrm>
            <a:off x="4279392" y="2377440"/>
            <a:ext cx="3703320" cy="1188720"/>
          </a:xfrm>
          <a:prstGeom prst="rect">
            <a:avLst/>
          </a:prstGeom>
          <a:solidFill>
            <a:srgbClr val="820000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137;p4">
            <a:extLst>
              <a:ext uri="{FF2B5EF4-FFF2-40B4-BE49-F238E27FC236}">
                <a16:creationId xmlns:a16="http://schemas.microsoft.com/office/drawing/2014/main" id="{551EA2FF-AAF2-F858-B937-FF76F50215D7}"/>
              </a:ext>
            </a:extLst>
          </p:cNvPr>
          <p:cNvSpPr/>
          <p:nvPr/>
        </p:nvSpPr>
        <p:spPr>
          <a:xfrm>
            <a:off x="4553712" y="2560320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100"/>
              <a:buFont typeface="Calibri"/>
              <a:buNone/>
            </a:pPr>
            <a:r>
              <a:rPr lang="es-CL" sz="1100" b="1" i="0" u="none" strike="noStrike" cap="none" noProof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CAPA DE NEGOCIO</a:t>
            </a:r>
            <a:endParaRPr lang="es-CL" sz="1100" b="0" i="0" u="none" strike="noStrike" cap="none" noProof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Google Shape;138;p4">
            <a:extLst>
              <a:ext uri="{FF2B5EF4-FFF2-40B4-BE49-F238E27FC236}">
                <a16:creationId xmlns:a16="http://schemas.microsoft.com/office/drawing/2014/main" id="{6166C36E-974D-1C61-9C81-7BAEBE67F3E5}"/>
              </a:ext>
            </a:extLst>
          </p:cNvPr>
          <p:cNvSpPr/>
          <p:nvPr/>
        </p:nvSpPr>
        <p:spPr>
          <a:xfrm>
            <a:off x="4553712" y="2834640"/>
            <a:ext cx="3154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lang="es-CL" sz="2800" b="1" i="0" u="none" strike="noStrike" cap="none" noProof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Controlador</a:t>
            </a:r>
            <a:endParaRPr lang="es-CL" sz="28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139;p4">
            <a:extLst>
              <a:ext uri="{FF2B5EF4-FFF2-40B4-BE49-F238E27FC236}">
                <a16:creationId xmlns:a16="http://schemas.microsoft.com/office/drawing/2014/main" id="{77F532B2-EE44-C9A6-DF81-F845A4871891}"/>
              </a:ext>
            </a:extLst>
          </p:cNvPr>
          <p:cNvSpPr/>
          <p:nvPr/>
        </p:nvSpPr>
        <p:spPr>
          <a:xfrm>
            <a:off x="4553712" y="3291840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D4C7"/>
              </a:buClr>
              <a:buSzPts val="1200"/>
              <a:buFont typeface="Georgia"/>
              <a:buNone/>
            </a:pPr>
            <a:r>
              <a:rPr lang="es-CL" sz="1200" b="0" i="1" u="none" strike="noStrike" cap="none" noProof="0">
                <a:solidFill>
                  <a:srgbClr val="B8D4C7"/>
                </a:solidFill>
                <a:latin typeface="Georgia"/>
                <a:ea typeface="Georgia"/>
                <a:cs typeface="Georgia"/>
                <a:sym typeface="Georgia"/>
              </a:rPr>
              <a:t>Controladores y servicios</a:t>
            </a:r>
            <a:endParaRPr lang="es-CL" sz="12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40;p4">
            <a:extLst>
              <a:ext uri="{FF2B5EF4-FFF2-40B4-BE49-F238E27FC236}">
                <a16:creationId xmlns:a16="http://schemas.microsoft.com/office/drawing/2014/main" id="{FA728560-EF5F-147F-8112-C02A7509278E}"/>
              </a:ext>
            </a:extLst>
          </p:cNvPr>
          <p:cNvSpPr/>
          <p:nvPr/>
        </p:nvSpPr>
        <p:spPr>
          <a:xfrm>
            <a:off x="4599432" y="3840480"/>
            <a:ext cx="228600" cy="228600"/>
          </a:xfrm>
          <a:prstGeom prst="ellipse">
            <a:avLst/>
          </a:prstGeom>
          <a:solidFill>
            <a:srgbClr val="820000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141;p4">
            <a:extLst>
              <a:ext uri="{FF2B5EF4-FFF2-40B4-BE49-F238E27FC236}">
                <a16:creationId xmlns:a16="http://schemas.microsoft.com/office/drawing/2014/main" id="{A1F08ABB-9EA1-08EB-301E-29D1439C03CD}"/>
              </a:ext>
            </a:extLst>
          </p:cNvPr>
          <p:cNvSpPr/>
          <p:nvPr/>
        </p:nvSpPr>
        <p:spPr>
          <a:xfrm>
            <a:off x="4965192" y="3794760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300"/>
              <a:buFont typeface="Calibri"/>
              <a:buNone/>
            </a:pPr>
            <a:r>
              <a:rPr lang="es-CL" sz="1300" b="0" i="0" u="none" strike="noStrike" cap="none" noProof="0" err="1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Reglas de negocio y validaciones</a:t>
            </a:r>
            <a:endParaRPr lang="es-CL" sz="13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142;p4">
            <a:extLst>
              <a:ext uri="{FF2B5EF4-FFF2-40B4-BE49-F238E27FC236}">
                <a16:creationId xmlns:a16="http://schemas.microsoft.com/office/drawing/2014/main" id="{D0C636BE-03C6-1FB2-8CC1-B79AAA35FC5F}"/>
              </a:ext>
            </a:extLst>
          </p:cNvPr>
          <p:cNvSpPr/>
          <p:nvPr/>
        </p:nvSpPr>
        <p:spPr>
          <a:xfrm>
            <a:off x="4599432" y="4480560"/>
            <a:ext cx="228600" cy="228600"/>
          </a:xfrm>
          <a:prstGeom prst="ellipse">
            <a:avLst/>
          </a:prstGeom>
          <a:solidFill>
            <a:srgbClr val="820000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143;p4">
            <a:extLst>
              <a:ext uri="{FF2B5EF4-FFF2-40B4-BE49-F238E27FC236}">
                <a16:creationId xmlns:a16="http://schemas.microsoft.com/office/drawing/2014/main" id="{753E85A8-0E48-66FC-24EC-3D91ECA2FFE9}"/>
              </a:ext>
            </a:extLst>
          </p:cNvPr>
          <p:cNvSpPr/>
          <p:nvPr/>
        </p:nvSpPr>
        <p:spPr>
          <a:xfrm>
            <a:off x="4965192" y="4434840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300"/>
              <a:buFont typeface="Calibri"/>
              <a:buNone/>
            </a:pPr>
            <a:r>
              <a:rPr lang="es-CL" sz="1300" b="0" i="0" u="none" strike="noStrike" cap="none" noProof="0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Control de acceso por rol (RBAC)</a:t>
            </a:r>
            <a:endParaRPr lang="es-CL" sz="13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144;p4">
            <a:extLst>
              <a:ext uri="{FF2B5EF4-FFF2-40B4-BE49-F238E27FC236}">
                <a16:creationId xmlns:a16="http://schemas.microsoft.com/office/drawing/2014/main" id="{2D694CC7-A115-76EB-FA49-C4779557B786}"/>
              </a:ext>
            </a:extLst>
          </p:cNvPr>
          <p:cNvSpPr/>
          <p:nvPr/>
        </p:nvSpPr>
        <p:spPr>
          <a:xfrm>
            <a:off x="4599432" y="5120640"/>
            <a:ext cx="228600" cy="228600"/>
          </a:xfrm>
          <a:prstGeom prst="ellipse">
            <a:avLst/>
          </a:prstGeom>
          <a:solidFill>
            <a:srgbClr val="820000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145;p4">
            <a:extLst>
              <a:ext uri="{FF2B5EF4-FFF2-40B4-BE49-F238E27FC236}">
                <a16:creationId xmlns:a16="http://schemas.microsoft.com/office/drawing/2014/main" id="{B4584D09-7C02-22A2-9735-4C37057B64FB}"/>
              </a:ext>
            </a:extLst>
          </p:cNvPr>
          <p:cNvSpPr/>
          <p:nvPr/>
        </p:nvSpPr>
        <p:spPr>
          <a:xfrm>
            <a:off x="4965192" y="5074920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300"/>
              <a:buFont typeface="Calibri"/>
              <a:buNone/>
            </a:pPr>
            <a:r>
              <a:rPr lang="es-CL" sz="1300" b="0" i="0" u="none" strike="noStrike" cap="none" noProof="0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Transacciones sobre varias tablas</a:t>
            </a:r>
            <a:endParaRPr lang="es-CL" sz="13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146;p4">
            <a:extLst>
              <a:ext uri="{FF2B5EF4-FFF2-40B4-BE49-F238E27FC236}">
                <a16:creationId xmlns:a16="http://schemas.microsoft.com/office/drawing/2014/main" id="{2D44227A-794A-4F15-675A-D3627562A5F7}"/>
              </a:ext>
            </a:extLst>
          </p:cNvPr>
          <p:cNvSpPr/>
          <p:nvPr/>
        </p:nvSpPr>
        <p:spPr>
          <a:xfrm>
            <a:off x="8101584" y="2377440"/>
            <a:ext cx="3703320" cy="3657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147;p4">
            <a:extLst>
              <a:ext uri="{FF2B5EF4-FFF2-40B4-BE49-F238E27FC236}">
                <a16:creationId xmlns:a16="http://schemas.microsoft.com/office/drawing/2014/main" id="{0603F47B-0BF0-A82C-57C8-3930CD33FA09}"/>
              </a:ext>
            </a:extLst>
          </p:cNvPr>
          <p:cNvSpPr/>
          <p:nvPr/>
        </p:nvSpPr>
        <p:spPr>
          <a:xfrm>
            <a:off x="8101584" y="2377440"/>
            <a:ext cx="3703320" cy="1188720"/>
          </a:xfrm>
          <a:prstGeom prst="rect">
            <a:avLst/>
          </a:prstGeom>
          <a:solidFill>
            <a:srgbClr val="820000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148;p4">
            <a:extLst>
              <a:ext uri="{FF2B5EF4-FFF2-40B4-BE49-F238E27FC236}">
                <a16:creationId xmlns:a16="http://schemas.microsoft.com/office/drawing/2014/main" id="{28F52EE4-5063-A73D-C0CC-0B2B0128B5E9}"/>
              </a:ext>
            </a:extLst>
          </p:cNvPr>
          <p:cNvSpPr/>
          <p:nvPr/>
        </p:nvSpPr>
        <p:spPr>
          <a:xfrm>
            <a:off x="8375904" y="2560320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100"/>
              <a:buFont typeface="Calibri"/>
              <a:buNone/>
            </a:pPr>
            <a:r>
              <a:rPr lang="es-CL" sz="1100" b="1" i="0" u="none" strike="noStrike" cap="none" noProof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CAPA DE DATOS</a:t>
            </a:r>
            <a:endParaRPr lang="es-CL" sz="1100" b="0" i="0" u="none" strike="noStrike" cap="none" noProof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Google Shape;149;p4">
            <a:extLst>
              <a:ext uri="{FF2B5EF4-FFF2-40B4-BE49-F238E27FC236}">
                <a16:creationId xmlns:a16="http://schemas.microsoft.com/office/drawing/2014/main" id="{8E0D2F36-D266-7DA2-DCC7-537EA64EBF3F}"/>
              </a:ext>
            </a:extLst>
          </p:cNvPr>
          <p:cNvSpPr/>
          <p:nvPr/>
        </p:nvSpPr>
        <p:spPr>
          <a:xfrm>
            <a:off x="8375904" y="2834640"/>
            <a:ext cx="3154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lang="es-CL" sz="2800" b="1" i="0" u="none" strike="noStrike" cap="none" noProof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Modelo</a:t>
            </a:r>
            <a:endParaRPr lang="es-CL" sz="28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150;p4">
            <a:extLst>
              <a:ext uri="{FF2B5EF4-FFF2-40B4-BE49-F238E27FC236}">
                <a16:creationId xmlns:a16="http://schemas.microsoft.com/office/drawing/2014/main" id="{81EB4748-D9F2-1F15-54CC-2F117FE9CB5F}"/>
              </a:ext>
            </a:extLst>
          </p:cNvPr>
          <p:cNvSpPr/>
          <p:nvPr/>
        </p:nvSpPr>
        <p:spPr>
          <a:xfrm>
            <a:off x="8375904" y="3291840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D4C7"/>
              </a:buClr>
              <a:buSzPts val="1200"/>
              <a:buFont typeface="Georgia"/>
              <a:buNone/>
            </a:pPr>
            <a:r>
              <a:rPr lang="es-CL" sz="1200" i="1" err="1">
                <a:solidFill>
                  <a:srgbClr val="B8D4C7"/>
                </a:solidFill>
                <a:latin typeface="Georgia"/>
                <a:ea typeface="Calibri"/>
                <a:cs typeface="Calibri"/>
                <a:sym typeface="Georgia"/>
              </a:rPr>
              <a:t>DAO · JDBC · MariaDB</a:t>
            </a:r>
            <a:endParaRPr lang="es-CL" sz="1200" b="0" i="0" u="none" strike="noStrike" cap="none" noProof="0" err="1">
              <a:solidFill>
                <a:schemeClr val="dk1"/>
              </a:solidFill>
              <a:latin typeface="Georgia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151;p4">
            <a:extLst>
              <a:ext uri="{FF2B5EF4-FFF2-40B4-BE49-F238E27FC236}">
                <a16:creationId xmlns:a16="http://schemas.microsoft.com/office/drawing/2014/main" id="{C73C8292-CC2E-0CCC-F777-D248FAB3EA21}"/>
              </a:ext>
            </a:extLst>
          </p:cNvPr>
          <p:cNvSpPr/>
          <p:nvPr/>
        </p:nvSpPr>
        <p:spPr>
          <a:xfrm>
            <a:off x="8421624" y="3840480"/>
            <a:ext cx="228600" cy="228600"/>
          </a:xfrm>
          <a:prstGeom prst="ellipse">
            <a:avLst/>
          </a:prstGeom>
          <a:solidFill>
            <a:srgbClr val="820000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52;p4">
            <a:extLst>
              <a:ext uri="{FF2B5EF4-FFF2-40B4-BE49-F238E27FC236}">
                <a16:creationId xmlns:a16="http://schemas.microsoft.com/office/drawing/2014/main" id="{C6427847-F29D-8EE3-34DA-0ED2FEC2A91D}"/>
              </a:ext>
            </a:extLst>
          </p:cNvPr>
          <p:cNvSpPr/>
          <p:nvPr/>
        </p:nvSpPr>
        <p:spPr>
          <a:xfrm>
            <a:off x="8787384" y="3794760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300"/>
              <a:buFont typeface="Calibri"/>
              <a:buNone/>
            </a:pPr>
            <a:r>
              <a:rPr lang="es-CL" sz="1300" b="0" i="0" u="none" strike="noStrike" cap="none" noProof="0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Entidades del modelo</a:t>
            </a:r>
            <a:endParaRPr lang="es-CL" sz="13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153;p4">
            <a:extLst>
              <a:ext uri="{FF2B5EF4-FFF2-40B4-BE49-F238E27FC236}">
                <a16:creationId xmlns:a16="http://schemas.microsoft.com/office/drawing/2014/main" id="{CE42C565-BAE3-BD45-B373-94837480EE99}"/>
              </a:ext>
            </a:extLst>
          </p:cNvPr>
          <p:cNvSpPr/>
          <p:nvPr/>
        </p:nvSpPr>
        <p:spPr>
          <a:xfrm>
            <a:off x="8421624" y="4480560"/>
            <a:ext cx="228600" cy="228600"/>
          </a:xfrm>
          <a:prstGeom prst="ellipse">
            <a:avLst/>
          </a:prstGeom>
          <a:solidFill>
            <a:srgbClr val="820000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154;p4">
            <a:extLst>
              <a:ext uri="{FF2B5EF4-FFF2-40B4-BE49-F238E27FC236}">
                <a16:creationId xmlns:a16="http://schemas.microsoft.com/office/drawing/2014/main" id="{5E8F2634-DFC2-78B4-7638-BDB6243984F4}"/>
              </a:ext>
            </a:extLst>
          </p:cNvPr>
          <p:cNvSpPr/>
          <p:nvPr/>
        </p:nvSpPr>
        <p:spPr>
          <a:xfrm>
            <a:off x="8787384" y="4434840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300"/>
              <a:buFont typeface="Calibri"/>
              <a:buNone/>
            </a:pPr>
            <a:r>
              <a:rPr lang="es-CL" sz="1300" b="0" i="0" u="none" strike="noStrike" cap="none" noProof="0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Sentencias preparadas en los DAO</a:t>
            </a:r>
            <a:endParaRPr lang="es-CL" sz="13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155;p4">
            <a:extLst>
              <a:ext uri="{FF2B5EF4-FFF2-40B4-BE49-F238E27FC236}">
                <a16:creationId xmlns:a16="http://schemas.microsoft.com/office/drawing/2014/main" id="{E20040C6-0062-80B6-BA38-F7233B5BACC0}"/>
              </a:ext>
            </a:extLst>
          </p:cNvPr>
          <p:cNvSpPr/>
          <p:nvPr/>
        </p:nvSpPr>
        <p:spPr>
          <a:xfrm>
            <a:off x="8421624" y="5120640"/>
            <a:ext cx="228600" cy="228600"/>
          </a:xfrm>
          <a:prstGeom prst="ellipse">
            <a:avLst/>
          </a:prstGeom>
          <a:solidFill>
            <a:srgbClr val="820000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156;p4">
            <a:extLst>
              <a:ext uri="{FF2B5EF4-FFF2-40B4-BE49-F238E27FC236}">
                <a16:creationId xmlns:a16="http://schemas.microsoft.com/office/drawing/2014/main" id="{8A3EC705-BF5E-80B5-AC3E-F5492FB238FE}"/>
              </a:ext>
            </a:extLst>
          </p:cNvPr>
          <p:cNvSpPr/>
          <p:nvPr/>
        </p:nvSpPr>
        <p:spPr>
          <a:xfrm>
            <a:off x="8787384" y="5074920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300"/>
              <a:buFont typeface="Calibri"/>
              <a:buNone/>
            </a:pPr>
            <a:r>
              <a:rPr lang="es-CL" sz="1300" b="0" i="0" u="none" strike="noStrike" cap="none" noProof="0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Respaldo diario en el NAS</a:t>
            </a:r>
            <a:endParaRPr lang="es-CL" sz="13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Proyecto Ingeniería de Software II   •   Grupo 20   •   Minimarket Antucayen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1" i="0">
                <a:solidFill>
                  <a:srgbClr val="94A3B8"/>
                </a:solidFill>
                <a:latin typeface="Calibri"/>
              </a:rPr>
              <a:t>4 / 24</a:t>
            </a:r>
          </a:p>
        </p:txBody>
      </p:sp>
    </p:spTree>
    <p:extLst>
      <p:ext uri="{BB962C8B-B14F-4D97-AF65-F5344CB8AC3E}">
        <p14:creationId xmlns:p14="http://schemas.microsoft.com/office/powerpoint/2010/main" val="1976574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405" y="1"/>
            <a:ext cx="12192810" cy="802886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400" y="100584"/>
            <a:ext cx="719254" cy="600029"/>
          </a:xfrm>
          <a:prstGeom prst="rect">
            <a:avLst/>
          </a:prstGeom>
        </p:spPr>
      </p:pic>
      <p:sp>
        <p:nvSpPr>
          <p:cNvPr id="17" name="CuadroTexto 16"/>
          <p:cNvSpPr txBox="1"/>
          <p:nvPr/>
        </p:nvSpPr>
        <p:spPr>
          <a:xfrm>
            <a:off x="365760" y="157590"/>
            <a:ext cx="820730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ES_tradnl" sz="2400" b="1">
                <a:solidFill>
                  <a:prstClr val="white"/>
                </a:solidFill>
                <a:latin typeface="Helvetica"/>
                <a:ea typeface="Gungsuh"/>
              </a:rPr>
              <a:t>3. Alcance del Incremento 3</a:t>
            </a: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A57C9B-BFFE-A551-05D0-E52C9E91325D}"/>
              </a:ext>
            </a:extLst>
          </p:cNvPr>
          <p:cNvSpPr txBox="1"/>
          <p:nvPr/>
        </p:nvSpPr>
        <p:spPr>
          <a:xfrm>
            <a:off x="457200" y="1051560"/>
            <a:ext cx="6096000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L" sz="1600" b="0" i="1" u="none" strike="noStrike" baseline="0">
                <a:latin typeface="Georgia"/>
              </a:rPr>
              <a:t>Cobertura sobre el backlog total del proyecto</a:t>
            </a:r>
            <a:r>
              <a:rPr sz="1600" b="0" i="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4" name="Google Shape;168;p5">
            <a:extLst>
              <a:ext uri="{FF2B5EF4-FFF2-40B4-BE49-F238E27FC236}">
                <a16:creationId xmlns:a16="http://schemas.microsoft.com/office/drawing/2014/main" id="{EB5CA923-6249-6FDE-3F64-9874A03486FE}"/>
              </a:ext>
            </a:extLst>
          </p:cNvPr>
          <p:cNvSpPr/>
          <p:nvPr/>
        </p:nvSpPr>
        <p:spPr>
          <a:xfrm>
            <a:off x="457200" y="1828800"/>
            <a:ext cx="5486400" cy="4297680"/>
          </a:xfrm>
          <a:prstGeom prst="rect">
            <a:avLst/>
          </a:prstGeom>
          <a:solidFill>
            <a:srgbClr val="820000"/>
          </a:solidFill>
          <a:ln w="12700" cap="flat" cmpd="sng">
            <a:solidFill>
              <a:srgbClr val="82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69;p5">
            <a:extLst>
              <a:ext uri="{FF2B5EF4-FFF2-40B4-BE49-F238E27FC236}">
                <a16:creationId xmlns:a16="http://schemas.microsoft.com/office/drawing/2014/main" id="{5C5799ED-9E45-4D82-99EE-CD480DBBE211}"/>
              </a:ext>
            </a:extLst>
          </p:cNvPr>
          <p:cNvSpPr/>
          <p:nvPr/>
        </p:nvSpPr>
        <p:spPr>
          <a:xfrm>
            <a:off x="640080" y="205740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200"/>
              <a:buFont typeface="Calibri"/>
              <a:buNone/>
            </a:pPr>
            <a:r>
              <a:rPr lang="es-CL" sz="1200" b="1" i="0" u="none" strike="noStrike" cap="none" noProof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COBERTURA DEL BACKLOG</a:t>
            </a:r>
            <a:endParaRPr lang="es-CL" sz="1200" b="0" i="0" u="none" strike="noStrike" cap="none" noProof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Google Shape;170;p5">
            <a:extLst>
              <a:ext uri="{FF2B5EF4-FFF2-40B4-BE49-F238E27FC236}">
                <a16:creationId xmlns:a16="http://schemas.microsoft.com/office/drawing/2014/main" id="{E562B313-06A0-C883-ED9D-0F83EA049F27}"/>
              </a:ext>
            </a:extLst>
          </p:cNvPr>
          <p:cNvSpPr/>
          <p:nvPr/>
        </p:nvSpPr>
        <p:spPr>
          <a:xfrm>
            <a:off x="532619" y="2606040"/>
            <a:ext cx="5228101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0"/>
              <a:buFont typeface="Georgia"/>
              <a:buNone/>
            </a:pPr>
            <a:r>
              <a:rPr lang="es-CL" sz="96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100</a:t>
            </a:r>
            <a:r>
              <a:rPr lang="es-CL" sz="9600" b="1" i="0" u="none" strike="noStrike" cap="none" noProof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%</a:t>
            </a:r>
            <a:endParaRPr lang="es-CL" sz="96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8" name="Google Shape;171;p5">
            <a:extLst>
              <a:ext uri="{FF2B5EF4-FFF2-40B4-BE49-F238E27FC236}">
                <a16:creationId xmlns:a16="http://schemas.microsoft.com/office/drawing/2014/main" id="{169BE1AE-1238-35FC-0676-7E4CE1B137DE}"/>
              </a:ext>
            </a:extLst>
          </p:cNvPr>
          <p:cNvCxnSpPr/>
          <p:nvPr/>
        </p:nvCxnSpPr>
        <p:spPr>
          <a:xfrm>
            <a:off x="1828800" y="4617720"/>
            <a:ext cx="2743200" cy="0"/>
          </a:xfrm>
          <a:prstGeom prst="straightConnector1">
            <a:avLst/>
          </a:prstGeom>
          <a:noFill/>
          <a:ln w="1905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" name="Google Shape;172;p5">
            <a:extLst>
              <a:ext uri="{FF2B5EF4-FFF2-40B4-BE49-F238E27FC236}">
                <a16:creationId xmlns:a16="http://schemas.microsoft.com/office/drawing/2014/main" id="{A9C9FDF3-4DF1-C964-DF0B-AA73302D3AB3}"/>
              </a:ext>
            </a:extLst>
          </p:cNvPr>
          <p:cNvSpPr/>
          <p:nvPr/>
        </p:nvSpPr>
        <p:spPr>
          <a:xfrm>
            <a:off x="640080" y="4800600"/>
            <a:ext cx="51206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30000"/>
              </a:lnSpc>
              <a:buClr>
                <a:srgbClr val="B8D4C7"/>
              </a:buClr>
              <a:buSzPts val="1200"/>
            </a:pPr>
            <a:r>
              <a:rPr lang="es-CL" sz="1200" b="0" i="1" u="none" strike="noStrike" cap="none" noProof="0">
                <a:solidFill>
                  <a:srgbClr val="B8D4C7"/>
                </a:solidFill>
                <a:latin typeface="Georgia"/>
                <a:ea typeface="Georgia"/>
                <a:cs typeface="Georgia"/>
                <a:sym typeface="Georgia"/>
              </a:rPr>
              <a:t>Meta metodológica exigida: 100 % del backlog</a:t>
            </a:r>
            <a:endParaRPr lang="es-CL" sz="12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73;p5">
            <a:extLst>
              <a:ext uri="{FF2B5EF4-FFF2-40B4-BE49-F238E27FC236}">
                <a16:creationId xmlns:a16="http://schemas.microsoft.com/office/drawing/2014/main" id="{0AA47E9C-106E-24D3-7695-28873C3A94D9}"/>
              </a:ext>
            </a:extLst>
          </p:cNvPr>
          <p:cNvSpPr/>
          <p:nvPr/>
        </p:nvSpPr>
        <p:spPr>
          <a:xfrm>
            <a:off x="640080" y="56692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FFFFFF"/>
              </a:buClr>
              <a:buSzPts val="1200"/>
            </a:pPr>
            <a:r>
              <a:rPr lang="es-CL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72 de 72 UR · 22 en este incremento</a:t>
            </a:r>
            <a:endParaRPr lang="es-CL" sz="12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184;p5">
            <a:extLst>
              <a:ext uri="{FF2B5EF4-FFF2-40B4-BE49-F238E27FC236}">
                <a16:creationId xmlns:a16="http://schemas.microsoft.com/office/drawing/2014/main" id="{FF94D519-40EF-17BE-3699-AF2132FD2618}"/>
              </a:ext>
            </a:extLst>
          </p:cNvPr>
          <p:cNvSpPr/>
          <p:nvPr/>
        </p:nvSpPr>
        <p:spPr>
          <a:xfrm>
            <a:off x="6309360" y="57607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A88444"/>
              </a:buClr>
              <a:buSzPts val="1100"/>
            </a:pPr>
            <a:r>
              <a:rPr lang="es-CL" sz="1400" b="1">
                <a:solidFill>
                  <a:srgbClr val="A88444"/>
                </a:solidFill>
                <a:latin typeface="Calibri"/>
                <a:ea typeface="Calibri"/>
                <a:cs typeface="Calibri"/>
                <a:sym typeface="Calibri"/>
              </a:rPr>
              <a:t>Incremento 3: 22 UR · 30,6 % de avance parcial</a:t>
            </a:r>
            <a:endParaRPr lang="es-CL"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2ECC964-0CB3-7AB3-0586-CF18D670C8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0744" y="939452"/>
            <a:ext cx="4863879" cy="469726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Proyecto Ingeniería de Software II   •   Grupo 20   •   Minimarket Antucayen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1" i="0">
                <a:solidFill>
                  <a:srgbClr val="94A3B8"/>
                </a:solidFill>
                <a:latin typeface="Calibri"/>
              </a:rPr>
              <a:t>5 / 24</a:t>
            </a:r>
          </a:p>
        </p:txBody>
      </p:sp>
    </p:spTree>
    <p:extLst>
      <p:ext uri="{BB962C8B-B14F-4D97-AF65-F5344CB8AC3E}">
        <p14:creationId xmlns:p14="http://schemas.microsoft.com/office/powerpoint/2010/main" val="2050308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6" descr="A red background with a pattern&#10;&#10;AI-generated content may be incorrect.">
            <a:extLst>
              <a:ext uri="{FF2B5EF4-FFF2-40B4-BE49-F238E27FC236}">
                <a16:creationId xmlns:a16="http://schemas.microsoft.com/office/drawing/2014/main" id="{4E6FB81A-07C5-66B1-9378-476A7C58E29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406" y="1"/>
            <a:ext cx="12111169" cy="802886"/>
          </a:xfrm>
          <a:prstGeom prst="rect">
            <a:avLst/>
          </a:prstGeom>
        </p:spPr>
      </p:pic>
      <p:pic>
        <p:nvPicPr>
          <p:cNvPr id="7" name="Imagen 1" descr="A logo with text on it&#10;&#10;AI-generated content may be incorrect.">
            <a:extLst>
              <a:ext uri="{FF2B5EF4-FFF2-40B4-BE49-F238E27FC236}">
                <a16:creationId xmlns:a16="http://schemas.microsoft.com/office/drawing/2014/main" id="{6EDAEB8A-ECAB-FA32-21DF-FFE57784A9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400" y="100584"/>
            <a:ext cx="719254" cy="6000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BE84425-E01A-BE42-0CF4-EA265424CE6D}"/>
              </a:ext>
            </a:extLst>
          </p:cNvPr>
          <p:cNvSpPr txBox="1"/>
          <p:nvPr/>
        </p:nvSpPr>
        <p:spPr>
          <a:xfrm>
            <a:off x="365760" y="155448"/>
            <a:ext cx="1042416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err="1">
                <a:solidFill>
                  <a:srgbClr val="FFFFFF"/>
                </a:solidFill>
                <a:latin typeface="Helvetica"/>
                <a:ea typeface="Calibri"/>
                <a:cs typeface="helvetica"/>
              </a:rPr>
              <a:t>3.1 Requerimientos del Incremento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Proyecto Ingeniería de Software II   •   Grupo 20   •   Minimarket Antucayen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1" i="0">
                <a:solidFill>
                  <a:srgbClr val="94A3B8"/>
                </a:solidFill>
                <a:latin typeface="Calibri"/>
              </a:rPr>
              <a:t>6 / 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005840"/>
            <a:ext cx="1124712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i="1">
                <a:solidFill>
                  <a:srgbClr val="1F2937"/>
                </a:solidFill>
                <a:latin typeface="Georgia"/>
              </a:rPr>
              <a:t>22 </a:t>
            </a:r>
            <a:r>
              <a:rPr sz="1600" b="0" i="1" err="1">
                <a:solidFill>
                  <a:srgbClr val="1F2937"/>
                </a:solidFill>
                <a:latin typeface="Georgia"/>
              </a:rPr>
              <a:t>requerimientos</a:t>
            </a:r>
            <a:r>
              <a:rPr sz="1600" b="0" i="1">
                <a:solidFill>
                  <a:srgbClr val="1F2937"/>
                </a:solidFill>
                <a:latin typeface="Georgia"/>
              </a:rPr>
              <a:t> </a:t>
            </a:r>
            <a:r>
              <a:rPr sz="1600" b="0" i="1" err="1">
                <a:solidFill>
                  <a:srgbClr val="1F2937"/>
                </a:solidFill>
                <a:latin typeface="Georgia"/>
              </a:rPr>
              <a:t>funcionales</a:t>
            </a:r>
            <a:r>
              <a:rPr sz="1600" b="0" i="1">
                <a:solidFill>
                  <a:srgbClr val="1F2937"/>
                </a:solidFill>
                <a:latin typeface="Georgia"/>
              </a:rPr>
              <a:t>, </a:t>
            </a:r>
            <a:r>
              <a:rPr sz="1600" b="0" i="1" err="1">
                <a:solidFill>
                  <a:srgbClr val="1F2937"/>
                </a:solidFill>
                <a:latin typeface="Georgia"/>
              </a:rPr>
              <a:t>cada</a:t>
            </a:r>
            <a:r>
              <a:rPr sz="1600" b="0" i="1">
                <a:solidFill>
                  <a:srgbClr val="1F2937"/>
                </a:solidFill>
                <a:latin typeface="Georgia"/>
              </a:rPr>
              <a:t> uno </a:t>
            </a:r>
            <a:r>
              <a:rPr sz="1600" b="0" i="1" err="1">
                <a:solidFill>
                  <a:srgbClr val="1F2937"/>
                </a:solidFill>
                <a:latin typeface="Georgia"/>
              </a:rPr>
              <a:t>materializado</a:t>
            </a:r>
            <a:r>
              <a:rPr sz="1600" b="0" i="1">
                <a:solidFill>
                  <a:srgbClr val="1F2937"/>
                </a:solidFill>
                <a:latin typeface="Georgia"/>
              </a:rPr>
              <a:t> </a:t>
            </a:r>
            <a:r>
              <a:rPr sz="1600" b="0" i="1" err="1">
                <a:solidFill>
                  <a:srgbClr val="1F2937"/>
                </a:solidFill>
                <a:latin typeface="Georgia"/>
              </a:rPr>
              <a:t>en</a:t>
            </a:r>
            <a:r>
              <a:rPr sz="1600" b="0" i="1">
                <a:solidFill>
                  <a:srgbClr val="1F2937"/>
                </a:solidFill>
                <a:latin typeface="Georgia"/>
              </a:rPr>
              <a:t> un </a:t>
            </a:r>
            <a:r>
              <a:rPr sz="1600" b="0" i="1" err="1">
                <a:solidFill>
                  <a:srgbClr val="1F2937"/>
                </a:solidFill>
                <a:latin typeface="Georgia"/>
              </a:rPr>
              <a:t>caso</a:t>
            </a:r>
            <a:r>
              <a:rPr sz="1600" b="0" i="1">
                <a:solidFill>
                  <a:srgbClr val="1F2937"/>
                </a:solidFill>
                <a:latin typeface="Georgia"/>
              </a:rPr>
              <a:t> de </a:t>
            </a:r>
            <a:r>
              <a:rPr sz="1600" b="0" i="1" err="1">
                <a:solidFill>
                  <a:srgbClr val="1F2937"/>
                </a:solidFill>
                <a:latin typeface="Georgia"/>
              </a:rPr>
              <a:t>uso</a:t>
            </a:r>
            <a:r>
              <a:rPr sz="1600" b="0" i="1">
                <a:solidFill>
                  <a:srgbClr val="1F2937"/>
                </a:solidFill>
                <a:latin typeface="Georgia"/>
              </a:rPr>
              <a:t> CU-62 a CU-83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1600200"/>
          <a:ext cx="5532120" cy="4224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UR</a:t>
                      </a:r>
                    </a:p>
                  </a:txBody>
                  <a:tcPr marL="54864" marR="54864" marT="22860" marB="22860" anchor="ctr">
                    <a:solidFill>
                      <a:srgbClr val="8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Requerimiento</a:t>
                      </a:r>
                    </a:p>
                  </a:txBody>
                  <a:tcPr marL="54864" marR="54864" marT="22860" marB="22860" anchor="ctr">
                    <a:solidFill>
                      <a:srgbClr val="8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CU</a:t>
                      </a:r>
                    </a:p>
                  </a:txBody>
                  <a:tcPr marL="54864" marR="54864" marT="22860" marB="22860" anchor="ctr">
                    <a:solidFill>
                      <a:srgbClr val="82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UR-25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Exportando lista de ítems válidos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CU-62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UR-29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Exportando ítems a Excel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CU-63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UR-30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Exportando ítems a CSV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CU-64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UR-36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Descargando plantilla de importación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CU-65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UR-37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Registrando auditoría de archivo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CU-66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UR-46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Revirtiendo ajuste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CU-67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UR-47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Consultando historial de movimientos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CU-68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UR-56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Consultando stock e historial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CU-69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UR-57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Generando reporte de stock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CU-70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UR-58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Reportando equivalencias faltantes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CU-71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UR-59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Generando reporte de facturas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CU-72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172200" y="1600200"/>
          <a:ext cx="5532120" cy="4224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UR</a:t>
                      </a:r>
                    </a:p>
                  </a:txBody>
                  <a:tcPr marL="54864" marR="54864" marT="22860" marB="22860" anchor="ctr">
                    <a:solidFill>
                      <a:srgbClr val="8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Requerimiento</a:t>
                      </a:r>
                    </a:p>
                  </a:txBody>
                  <a:tcPr marL="54864" marR="54864" marT="22860" marB="22860" anchor="ctr">
                    <a:solidFill>
                      <a:srgbClr val="8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CU</a:t>
                      </a:r>
                    </a:p>
                  </a:txBody>
                  <a:tcPr marL="54864" marR="54864" marT="22860" marB="22860" anchor="ctr">
                    <a:solidFill>
                      <a:srgbClr val="82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UR-60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Generando reporte de movimientos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CU-73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UR-61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Exportando reportes a Excel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CU-74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UR-64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Iniciando venta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CU-75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UR-65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Agregando productos a la venta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CU-76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UR-66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Validando stock disponible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CU-77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UR-67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Calculando total de venta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CU-78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UR-68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Registrando pago de venta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CU-79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UR-69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Confirmando venta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CU-80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UR-70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Actualizando stock por venta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CU-81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UR-71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Registrando movimiento de venta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CU-82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UR-72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Emitiendo comprobante de venta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CU-83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57200" y="5943600"/>
            <a:ext cx="11247120" cy="22467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es-ES" sz="1100" b="1" i="0">
                <a:latin typeface="Calibri"/>
              </a:rPr>
              <a:t>Facturas: UR-25 · Archivos: UR-29, 30, 36 y 37 · Ajuste de inventario: UR-46 y 47 · Consultas y reportes: UR-56 a 61 · Gestión de venta: UR-64 a 72</a:t>
            </a:r>
            <a:endParaRPr lang="es-ES" sz="1100" b="1" i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12182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405" y="1"/>
            <a:ext cx="12192810" cy="802886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400" y="100584"/>
            <a:ext cx="719254" cy="600029"/>
          </a:xfrm>
          <a:prstGeom prst="rect">
            <a:avLst/>
          </a:prstGeom>
        </p:spPr>
      </p:pic>
      <p:sp>
        <p:nvSpPr>
          <p:cNvPr id="17" name="CuadroTexto 16"/>
          <p:cNvSpPr txBox="1"/>
          <p:nvPr/>
        </p:nvSpPr>
        <p:spPr>
          <a:xfrm>
            <a:off x="365760" y="155448"/>
            <a:ext cx="10424160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ES_tradnl" sz="2400" b="1">
                <a:solidFill>
                  <a:srgbClr val="FFFFFF"/>
                </a:solidFill>
                <a:latin typeface="Helvetica"/>
                <a:ea typeface="Gungsuh"/>
              </a:rPr>
              <a:t>4. Casos de uso del incremento</a:t>
            </a:r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Proyecto Ingeniería de Software II   •   Grupo 20   •   Minimarket Antucayen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1" i="0">
                <a:solidFill>
                  <a:srgbClr val="94A3B8"/>
                </a:solidFill>
                <a:latin typeface="Calibri"/>
              </a:rPr>
              <a:t>7 / 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i="1">
                <a:solidFill>
                  <a:srgbClr val="1F2937"/>
                </a:solidFill>
                <a:latin typeface="Georgia"/>
              </a:rPr>
              <a:t>22 casos de uso nombrados en gerundio, agrupados en cinco bloques funcionales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691640"/>
            <a:ext cx="214884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1691640"/>
            <a:ext cx="73152" cy="2514600"/>
          </a:xfrm>
          <a:prstGeom prst="rect">
            <a:avLst/>
          </a:prstGeom>
          <a:solidFill>
            <a:srgbClr val="8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1783080"/>
            <a:ext cx="1874519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i="0">
                <a:solidFill>
                  <a:srgbClr val="A88444"/>
                </a:solidFill>
                <a:latin typeface="Calibri"/>
              </a:rPr>
              <a:t>CU-62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2148840"/>
            <a:ext cx="1874519" cy="868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Georgia"/>
              </a:rPr>
              <a:t>Lectura y procesamiento de factura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063240"/>
            <a:ext cx="1874519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i="0">
                <a:solidFill>
                  <a:srgbClr val="820000"/>
                </a:solidFill>
                <a:latin typeface="Calibri"/>
              </a:rPr>
              <a:t>1 caso de uso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429000"/>
            <a:ext cx="1874519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Administrador y Bodeguero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1691640"/>
            <a:ext cx="214884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743200" y="1691640"/>
            <a:ext cx="73152" cy="2514600"/>
          </a:xfrm>
          <a:prstGeom prst="rect">
            <a:avLst/>
          </a:prstGeom>
          <a:solidFill>
            <a:srgbClr val="8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926080" y="1783080"/>
            <a:ext cx="1874519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i="0">
                <a:solidFill>
                  <a:srgbClr val="A88444"/>
                </a:solidFill>
                <a:latin typeface="Calibri"/>
              </a:rPr>
              <a:t>CU-63 a CU-66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2148840"/>
            <a:ext cx="1874519" cy="868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Georgia"/>
              </a:rPr>
              <a:t>Importación y exportación de archivos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3063240"/>
            <a:ext cx="1874519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i="0">
                <a:solidFill>
                  <a:srgbClr val="820000"/>
                </a:solidFill>
                <a:latin typeface="Calibri"/>
              </a:rPr>
              <a:t>4 casos de uso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3429000"/>
            <a:ext cx="1874519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Administrador y Bodeguero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0" y="1691640"/>
            <a:ext cx="214884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029200" y="1691640"/>
            <a:ext cx="73152" cy="2514600"/>
          </a:xfrm>
          <a:prstGeom prst="rect">
            <a:avLst/>
          </a:prstGeom>
          <a:solidFill>
            <a:srgbClr val="8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12080" y="1783080"/>
            <a:ext cx="1874519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i="0">
                <a:solidFill>
                  <a:srgbClr val="A88444"/>
                </a:solidFill>
                <a:latin typeface="Calibri"/>
              </a:rPr>
              <a:t>CU-67 y CU-68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2080" y="2148840"/>
            <a:ext cx="1874519" cy="868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Georgia"/>
              </a:rPr>
              <a:t>Ajuste de inventario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3063240"/>
            <a:ext cx="1874519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i="0">
                <a:solidFill>
                  <a:srgbClr val="820000"/>
                </a:solidFill>
                <a:latin typeface="Calibri"/>
              </a:rPr>
              <a:t>2 casos de uso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80" y="3429000"/>
            <a:ext cx="1874519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Administrador (reversión) y usuario autorizado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0" y="1691640"/>
            <a:ext cx="214884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315200" y="1691640"/>
            <a:ext cx="73152" cy="2514600"/>
          </a:xfrm>
          <a:prstGeom prst="rect">
            <a:avLst/>
          </a:prstGeom>
          <a:solidFill>
            <a:srgbClr val="8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498079" y="1783080"/>
            <a:ext cx="1874519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i="0">
                <a:solidFill>
                  <a:srgbClr val="A88444"/>
                </a:solidFill>
                <a:latin typeface="Calibri"/>
              </a:rPr>
              <a:t>CU-69 a CU-74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79" y="2148840"/>
            <a:ext cx="1874519" cy="868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Georgia"/>
              </a:rPr>
              <a:t>Consultas y reportes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79" y="3063240"/>
            <a:ext cx="1874519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i="0">
                <a:solidFill>
                  <a:srgbClr val="820000"/>
                </a:solidFill>
                <a:latin typeface="Calibri"/>
              </a:rPr>
              <a:t>6 casos de uso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79" y="3429000"/>
            <a:ext cx="1874519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Usuario autorizado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601200" y="1691640"/>
            <a:ext cx="214884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9601200" y="1691640"/>
            <a:ext cx="73152" cy="2514600"/>
          </a:xfrm>
          <a:prstGeom prst="rect">
            <a:avLst/>
          </a:prstGeom>
          <a:solidFill>
            <a:srgbClr val="8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784080" y="1783080"/>
            <a:ext cx="1874519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i="0">
                <a:solidFill>
                  <a:srgbClr val="A88444"/>
                </a:solidFill>
                <a:latin typeface="Calibri"/>
              </a:rPr>
              <a:t>CU-75 a CU-83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84080" y="2148840"/>
            <a:ext cx="1874519" cy="868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Georgia"/>
              </a:rPr>
              <a:t>Gestión de venta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84080" y="3063240"/>
            <a:ext cx="1874519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i="0">
                <a:solidFill>
                  <a:srgbClr val="820000"/>
                </a:solidFill>
                <a:latin typeface="Calibri"/>
              </a:rPr>
              <a:t>9 casos de uso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84080" y="3429000"/>
            <a:ext cx="1874519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Cajero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4434840"/>
            <a:ext cx="11247120" cy="17830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457200" y="4434840"/>
            <a:ext cx="109728" cy="1783080"/>
          </a:xfrm>
          <a:prstGeom prst="rect">
            <a:avLst/>
          </a:prstGeom>
          <a:solidFill>
            <a:srgbClr val="8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77240" y="4526280"/>
            <a:ext cx="54864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C2A063"/>
                </a:solidFill>
                <a:latin typeface="Calibri"/>
              </a:rPr>
              <a:t>RELACIONES ENTRE CASOS DE USO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4846320"/>
            <a:ext cx="10698480" cy="94025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CU-62 es </a:t>
            </a:r>
            <a:r>
              <a:rPr sz="1250" b="0" i="0" err="1">
                <a:solidFill>
                  <a:srgbClr val="FFFFFF"/>
                </a:solidFill>
                <a:latin typeface="Calibri"/>
              </a:rPr>
              <a:t>precondición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 de las </a:t>
            </a:r>
            <a:r>
              <a:rPr sz="1250" b="0" i="0" err="1">
                <a:solidFill>
                  <a:srgbClr val="FFFFFF"/>
                </a:solidFill>
                <a:latin typeface="Calibri"/>
              </a:rPr>
              <a:t>exportaciones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 CU-63 y CU-64.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CU-66 </a:t>
            </a:r>
            <a:r>
              <a:rPr sz="1250" b="0" i="0" err="1">
                <a:solidFill>
                  <a:srgbClr val="FFFFFF"/>
                </a:solidFill>
                <a:latin typeface="Calibri"/>
              </a:rPr>
              <a:t>auditoría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 se </a:t>
            </a:r>
            <a:r>
              <a:rPr sz="1250" b="0" i="0" err="1">
                <a:solidFill>
                  <a:srgbClr val="FFFFFF"/>
                </a:solidFill>
                <a:latin typeface="Calibri"/>
              </a:rPr>
              <a:t>incluye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 </a:t>
            </a:r>
            <a:r>
              <a:rPr sz="1250" b="0" i="0" err="1">
                <a:solidFill>
                  <a:srgbClr val="FFFFFF"/>
                </a:solidFill>
                <a:latin typeface="Calibri"/>
              </a:rPr>
              <a:t>en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 </a:t>
            </a:r>
            <a:r>
              <a:rPr sz="1250" b="0" i="0" err="1">
                <a:solidFill>
                  <a:srgbClr val="FFFFFF"/>
                </a:solidFill>
                <a:latin typeface="Calibri"/>
              </a:rPr>
              <a:t>toda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 </a:t>
            </a:r>
            <a:r>
              <a:rPr sz="1250" b="0" i="0" err="1">
                <a:solidFill>
                  <a:srgbClr val="FFFFFF"/>
                </a:solidFill>
                <a:latin typeface="Calibri"/>
              </a:rPr>
              <a:t>importación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, </a:t>
            </a:r>
            <a:r>
              <a:rPr sz="1250" b="0" i="0" err="1">
                <a:solidFill>
                  <a:srgbClr val="FFFFFF"/>
                </a:solidFill>
                <a:latin typeface="Calibri"/>
              </a:rPr>
              <a:t>exportación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 o </a:t>
            </a:r>
            <a:r>
              <a:rPr sz="1250" b="0" i="0" err="1">
                <a:solidFill>
                  <a:srgbClr val="FFFFFF"/>
                </a:solidFill>
                <a:latin typeface="Calibri"/>
              </a:rPr>
              <a:t>descarga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 de </a:t>
            </a:r>
            <a:r>
              <a:rPr sz="1250" b="0" i="0" err="1">
                <a:solidFill>
                  <a:srgbClr val="FFFFFF"/>
                </a:solidFill>
                <a:latin typeface="Calibri"/>
              </a:rPr>
              <a:t>plantilla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.</a:t>
            </a:r>
            <a:endParaRPr sz="1250" b="0" i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CU-74 </a:t>
            </a:r>
            <a:r>
              <a:rPr sz="1250" b="0" i="0" err="1">
                <a:solidFill>
                  <a:srgbClr val="FFFFFF"/>
                </a:solidFill>
                <a:latin typeface="Calibri"/>
              </a:rPr>
              <a:t>requiere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 un </a:t>
            </a:r>
            <a:r>
              <a:rPr sz="1250" b="0" i="0" err="1">
                <a:solidFill>
                  <a:srgbClr val="FFFFFF"/>
                </a:solidFill>
                <a:latin typeface="Calibri"/>
              </a:rPr>
              <a:t>reporte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 </a:t>
            </a:r>
            <a:r>
              <a:rPr sz="1250" b="0" i="0" err="1">
                <a:solidFill>
                  <a:srgbClr val="FFFFFF"/>
                </a:solidFill>
                <a:latin typeface="Calibri"/>
              </a:rPr>
              <a:t>generado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 </a:t>
            </a:r>
            <a:r>
              <a:rPr sz="1250" b="0" i="0" err="1">
                <a:solidFill>
                  <a:srgbClr val="FFFFFF"/>
                </a:solidFill>
                <a:latin typeface="Calibri"/>
              </a:rPr>
              <a:t>por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 CU-70 a CU-73.</a:t>
            </a:r>
            <a:endParaRPr sz="1250" b="0" i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CU-80 </a:t>
            </a:r>
            <a:r>
              <a:rPr sz="1250" b="0" i="0" err="1">
                <a:solidFill>
                  <a:srgbClr val="FFFFFF"/>
                </a:solidFill>
                <a:latin typeface="Calibri"/>
              </a:rPr>
              <a:t>confirmación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 da paso a CU-81, CU-82 y CU-83: stock, </a:t>
            </a:r>
            <a:r>
              <a:rPr sz="1250" b="0" i="0" err="1">
                <a:solidFill>
                  <a:srgbClr val="FFFFFF"/>
                </a:solidFill>
                <a:latin typeface="Calibri"/>
              </a:rPr>
              <a:t>movimiento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 y </a:t>
            </a:r>
            <a:r>
              <a:rPr sz="1250" b="0" i="0" err="1">
                <a:solidFill>
                  <a:srgbClr val="FFFFFF"/>
                </a:solidFill>
                <a:latin typeface="Calibri"/>
              </a:rPr>
              <a:t>comprobante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.</a:t>
            </a:r>
            <a:endParaRPr sz="1250" b="0" i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57004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405" y="1"/>
            <a:ext cx="12192810" cy="802886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400" y="100584"/>
            <a:ext cx="719254" cy="600029"/>
          </a:xfrm>
          <a:prstGeom prst="rect">
            <a:avLst/>
          </a:prstGeom>
        </p:spPr>
      </p:pic>
      <p:sp>
        <p:nvSpPr>
          <p:cNvPr id="17" name="CuadroTexto 16"/>
          <p:cNvSpPr txBox="1"/>
          <p:nvPr/>
        </p:nvSpPr>
        <p:spPr>
          <a:xfrm>
            <a:off x="365760" y="155448"/>
            <a:ext cx="7804355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ES_tradnl" sz="2400" b="1">
                <a:solidFill>
                  <a:prstClr val="white"/>
                </a:solidFill>
                <a:latin typeface="Helvetica"/>
                <a:ea typeface="Gungsuh"/>
              </a:rPr>
              <a:t>5. Vistas arquitectónicas 4+1</a:t>
            </a:r>
            <a:endParaRPr lang="es-ES_tradnl" sz="2400" b="1">
              <a:solidFill>
                <a:prstClr val="white"/>
              </a:solidFill>
              <a:latin typeface="Helvetica"/>
              <a:ea typeface="Gungsuh"/>
              <a:cs typeface="Helvetica"/>
            </a:endParaRPr>
          </a:p>
        </p:txBody>
      </p:sp>
      <p:sp>
        <p:nvSpPr>
          <p:cNvPr id="3" name="Google Shape;225;p7">
            <a:extLst>
              <a:ext uri="{FF2B5EF4-FFF2-40B4-BE49-F238E27FC236}">
                <a16:creationId xmlns:a16="http://schemas.microsoft.com/office/drawing/2014/main" id="{F6D827CD-81F0-4F5F-3BCC-0268A2A1F2CE}"/>
              </a:ext>
            </a:extLst>
          </p:cNvPr>
          <p:cNvSpPr/>
          <p:nvPr/>
        </p:nvSpPr>
        <p:spPr>
          <a:xfrm>
            <a:off x="457200" y="114300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Georgia"/>
              <a:buNone/>
            </a:pPr>
            <a:r>
              <a:rPr lang="es-CL" sz="1600" i="1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Cinco vistas complementarias del mismo sistema</a:t>
            </a:r>
            <a:endParaRPr lang="es-CL" sz="1600" b="0" i="0" u="none" strike="noStrike" cap="none" noProof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Google Shape;228;p7">
            <a:extLst>
              <a:ext uri="{FF2B5EF4-FFF2-40B4-BE49-F238E27FC236}">
                <a16:creationId xmlns:a16="http://schemas.microsoft.com/office/drawing/2014/main" id="{77974567-B743-96BE-A3A9-B7B4753CF9C9}"/>
              </a:ext>
            </a:extLst>
          </p:cNvPr>
          <p:cNvSpPr/>
          <p:nvPr/>
        </p:nvSpPr>
        <p:spPr>
          <a:xfrm>
            <a:off x="457200" y="1783080"/>
            <a:ext cx="2148840" cy="24688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229;p7">
            <a:extLst>
              <a:ext uri="{FF2B5EF4-FFF2-40B4-BE49-F238E27FC236}">
                <a16:creationId xmlns:a16="http://schemas.microsoft.com/office/drawing/2014/main" id="{BD764CEF-068F-300A-0DC2-F94C4C332129}"/>
              </a:ext>
            </a:extLst>
          </p:cNvPr>
          <p:cNvSpPr/>
          <p:nvPr/>
        </p:nvSpPr>
        <p:spPr>
          <a:xfrm>
            <a:off x="457200" y="1783080"/>
            <a:ext cx="73152" cy="2468880"/>
          </a:xfrm>
          <a:prstGeom prst="rect">
            <a:avLst/>
          </a:prstGeom>
          <a:solidFill>
            <a:srgbClr val="820000"/>
          </a:solidFill>
          <a:ln w="12700" cap="flat" cmpd="sng">
            <a:solidFill>
              <a:srgbClr val="82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231;p7">
            <a:extLst>
              <a:ext uri="{FF2B5EF4-FFF2-40B4-BE49-F238E27FC236}">
                <a16:creationId xmlns:a16="http://schemas.microsoft.com/office/drawing/2014/main" id="{95516BD4-1320-838F-E642-C1817C06AC98}"/>
              </a:ext>
            </a:extLst>
          </p:cNvPr>
          <p:cNvSpPr/>
          <p:nvPr/>
        </p:nvSpPr>
        <p:spPr>
          <a:xfrm>
            <a:off x="1143000" y="2423160"/>
            <a:ext cx="777240" cy="777240"/>
          </a:xfrm>
          <a:prstGeom prst="ellipse">
            <a:avLst/>
          </a:prstGeom>
          <a:solidFill>
            <a:srgbClr val="820000"/>
          </a:solidFill>
          <a:ln w="12700" cap="flat" cmpd="sng">
            <a:solidFill>
              <a:srgbClr val="82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232;p7">
            <a:extLst>
              <a:ext uri="{FF2B5EF4-FFF2-40B4-BE49-F238E27FC236}">
                <a16:creationId xmlns:a16="http://schemas.microsoft.com/office/drawing/2014/main" id="{00412AB1-92D6-DBFB-A534-83E1E445CC29}"/>
              </a:ext>
            </a:extLst>
          </p:cNvPr>
          <p:cNvSpPr/>
          <p:nvPr/>
        </p:nvSpPr>
        <p:spPr>
          <a:xfrm>
            <a:off x="1143000" y="242316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2400"/>
              <a:buFont typeface="Georgia"/>
              <a:buNone/>
            </a:pPr>
            <a:r>
              <a:rPr lang="es-CL" sz="2400" b="1" i="0" u="none" strike="noStrike" cap="none" noProof="0">
                <a:solidFill>
                  <a:srgbClr val="C2A063"/>
                </a:solidFill>
                <a:latin typeface="Georgia"/>
                <a:ea typeface="Georgia"/>
                <a:cs typeface="Georgia"/>
                <a:sym typeface="Georgia"/>
              </a:rPr>
              <a:t>U</a:t>
            </a:r>
            <a:endParaRPr lang="es-CL" sz="24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233;p7">
            <a:extLst>
              <a:ext uri="{FF2B5EF4-FFF2-40B4-BE49-F238E27FC236}">
                <a16:creationId xmlns:a16="http://schemas.microsoft.com/office/drawing/2014/main" id="{DC2D50ED-A1B3-0FA6-265B-5738BE33FC9F}"/>
              </a:ext>
            </a:extLst>
          </p:cNvPr>
          <p:cNvSpPr/>
          <p:nvPr/>
        </p:nvSpPr>
        <p:spPr>
          <a:xfrm>
            <a:off x="594360" y="3337560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400"/>
              <a:buFont typeface="Georgia"/>
              <a:buNone/>
            </a:pPr>
            <a:r>
              <a:rPr lang="es-CL" sz="1400" b="1" i="0" u="none" strike="noStrike" cap="none" noProof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Vista Externa</a:t>
            </a:r>
            <a:endParaRPr lang="es-CL" sz="1400" b="0" i="0" u="none" strike="noStrike" cap="none" noProof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Google Shape;234;p7">
            <a:extLst>
              <a:ext uri="{FF2B5EF4-FFF2-40B4-BE49-F238E27FC236}">
                <a16:creationId xmlns:a16="http://schemas.microsoft.com/office/drawing/2014/main" id="{FF9F4FFE-284B-A5B2-41F9-E959F55CD7EE}"/>
              </a:ext>
            </a:extLst>
          </p:cNvPr>
          <p:cNvSpPr/>
          <p:nvPr/>
        </p:nvSpPr>
        <p:spPr>
          <a:xfrm>
            <a:off x="594360" y="3703320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s-CL" sz="1000" b="0" i="1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Casos de Uso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235;p7">
            <a:extLst>
              <a:ext uri="{FF2B5EF4-FFF2-40B4-BE49-F238E27FC236}">
                <a16:creationId xmlns:a16="http://schemas.microsoft.com/office/drawing/2014/main" id="{395A8DFF-A27A-CD7A-2898-6F541D32D5FC}"/>
              </a:ext>
            </a:extLst>
          </p:cNvPr>
          <p:cNvSpPr/>
          <p:nvPr/>
        </p:nvSpPr>
        <p:spPr>
          <a:xfrm>
            <a:off x="594360" y="3977640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8444"/>
              </a:buClr>
              <a:buSzPts val="900"/>
              <a:buFont typeface="Calibri"/>
              <a:buNone/>
            </a:pPr>
            <a:r>
              <a:rPr lang="es-CL" sz="900" b="1" i="0" u="none" strike="noStrike" cap="none" noProof="0">
                <a:solidFill>
                  <a:srgbClr val="A88444"/>
                </a:solidFill>
                <a:latin typeface="Calibri"/>
                <a:ea typeface="Calibri"/>
                <a:cs typeface="Calibri"/>
                <a:sym typeface="Calibri"/>
              </a:rPr>
              <a:t>Figuras 2.1 a 2.22</a:t>
            </a:r>
            <a:endParaRPr lang="es-CL" sz="9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236;p7">
            <a:extLst>
              <a:ext uri="{FF2B5EF4-FFF2-40B4-BE49-F238E27FC236}">
                <a16:creationId xmlns:a16="http://schemas.microsoft.com/office/drawing/2014/main" id="{C4B99D4E-CD3B-8EBD-328E-D97E51902022}"/>
              </a:ext>
            </a:extLst>
          </p:cNvPr>
          <p:cNvSpPr/>
          <p:nvPr/>
        </p:nvSpPr>
        <p:spPr>
          <a:xfrm>
            <a:off x="2743200" y="1783080"/>
            <a:ext cx="2148840" cy="24688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237;p7">
            <a:extLst>
              <a:ext uri="{FF2B5EF4-FFF2-40B4-BE49-F238E27FC236}">
                <a16:creationId xmlns:a16="http://schemas.microsoft.com/office/drawing/2014/main" id="{E78B4936-8264-1A12-A44B-BD98E4469E45}"/>
              </a:ext>
            </a:extLst>
          </p:cNvPr>
          <p:cNvSpPr/>
          <p:nvPr/>
        </p:nvSpPr>
        <p:spPr>
          <a:xfrm>
            <a:off x="2743200" y="1783080"/>
            <a:ext cx="73152" cy="2468880"/>
          </a:xfrm>
          <a:prstGeom prst="rect">
            <a:avLst/>
          </a:prstGeom>
          <a:solidFill>
            <a:srgbClr val="820000"/>
          </a:solidFill>
          <a:ln w="12700" cap="flat" cmpd="sng">
            <a:solidFill>
              <a:srgbClr val="82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239;p7">
            <a:extLst>
              <a:ext uri="{FF2B5EF4-FFF2-40B4-BE49-F238E27FC236}">
                <a16:creationId xmlns:a16="http://schemas.microsoft.com/office/drawing/2014/main" id="{54530BF7-F5E8-13C1-2FBD-37F24DDA3230}"/>
              </a:ext>
            </a:extLst>
          </p:cNvPr>
          <p:cNvSpPr/>
          <p:nvPr/>
        </p:nvSpPr>
        <p:spPr>
          <a:xfrm>
            <a:off x="3429000" y="2423160"/>
            <a:ext cx="777240" cy="777240"/>
          </a:xfrm>
          <a:prstGeom prst="ellipse">
            <a:avLst/>
          </a:prstGeom>
          <a:solidFill>
            <a:srgbClr val="820000"/>
          </a:solidFill>
          <a:ln w="12700" cap="flat" cmpd="sng">
            <a:solidFill>
              <a:srgbClr val="82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240;p7">
            <a:extLst>
              <a:ext uri="{FF2B5EF4-FFF2-40B4-BE49-F238E27FC236}">
                <a16:creationId xmlns:a16="http://schemas.microsoft.com/office/drawing/2014/main" id="{B2951DA8-F3E3-F2E9-86BF-3811FE52E6E6}"/>
              </a:ext>
            </a:extLst>
          </p:cNvPr>
          <p:cNvSpPr/>
          <p:nvPr/>
        </p:nvSpPr>
        <p:spPr>
          <a:xfrm>
            <a:off x="3429000" y="242316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2400"/>
              <a:buFont typeface="Georgia"/>
              <a:buNone/>
            </a:pPr>
            <a:r>
              <a:rPr lang="es-CL" sz="2400" b="1" i="0" u="none" strike="noStrike" cap="none" noProof="0">
                <a:solidFill>
                  <a:srgbClr val="C2A063"/>
                </a:solidFill>
                <a:latin typeface="Georgia"/>
                <a:ea typeface="Georgia"/>
                <a:cs typeface="Georgia"/>
                <a:sym typeface="Georgia"/>
              </a:rPr>
              <a:t>L</a:t>
            </a:r>
            <a:endParaRPr lang="es-CL" sz="24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241;p7">
            <a:extLst>
              <a:ext uri="{FF2B5EF4-FFF2-40B4-BE49-F238E27FC236}">
                <a16:creationId xmlns:a16="http://schemas.microsoft.com/office/drawing/2014/main" id="{57D405BA-F8BC-0C84-4B44-F6C86C0963D3}"/>
              </a:ext>
            </a:extLst>
          </p:cNvPr>
          <p:cNvSpPr/>
          <p:nvPr/>
        </p:nvSpPr>
        <p:spPr>
          <a:xfrm>
            <a:off x="2880360" y="3337560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400"/>
              <a:buFont typeface="Georgia"/>
              <a:buNone/>
            </a:pPr>
            <a:r>
              <a:rPr lang="es-CL" sz="1400" b="1" i="0" u="none" strike="noStrike" cap="none" noProof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Vista Lógica</a:t>
            </a:r>
            <a:endParaRPr lang="es-CL" sz="1400" b="0" i="0" u="none" strike="noStrike" cap="none" noProof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Google Shape;242;p7">
            <a:extLst>
              <a:ext uri="{FF2B5EF4-FFF2-40B4-BE49-F238E27FC236}">
                <a16:creationId xmlns:a16="http://schemas.microsoft.com/office/drawing/2014/main" id="{17294C56-B470-36FF-8DD4-F4BF690D1D45}"/>
              </a:ext>
            </a:extLst>
          </p:cNvPr>
          <p:cNvSpPr/>
          <p:nvPr/>
        </p:nvSpPr>
        <p:spPr>
          <a:xfrm>
            <a:off x="2880360" y="3703320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s-CL" sz="1000" b="0" i="1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Clases + modelo de datos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43;p7">
            <a:extLst>
              <a:ext uri="{FF2B5EF4-FFF2-40B4-BE49-F238E27FC236}">
                <a16:creationId xmlns:a16="http://schemas.microsoft.com/office/drawing/2014/main" id="{617A8B00-DC09-445C-E263-0FCB754456DD}"/>
              </a:ext>
            </a:extLst>
          </p:cNvPr>
          <p:cNvSpPr/>
          <p:nvPr/>
        </p:nvSpPr>
        <p:spPr>
          <a:xfrm>
            <a:off x="2880360" y="3977640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8444"/>
              </a:buClr>
              <a:buSzPts val="900"/>
              <a:buFont typeface="Calibri"/>
              <a:buNone/>
            </a:pPr>
            <a:r>
              <a:rPr lang="es-CL" sz="900" b="1" i="0" u="none" strike="noStrike" cap="none" noProof="0">
                <a:solidFill>
                  <a:srgbClr val="A88444"/>
                </a:solidFill>
                <a:latin typeface="Calibri"/>
                <a:ea typeface="Calibri"/>
                <a:cs typeface="Calibri"/>
                <a:sym typeface="Calibri"/>
              </a:rPr>
              <a:t>Figuras 4.1 y 4.2</a:t>
            </a:r>
            <a:endParaRPr lang="es-CL" sz="9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44;p7">
            <a:extLst>
              <a:ext uri="{FF2B5EF4-FFF2-40B4-BE49-F238E27FC236}">
                <a16:creationId xmlns:a16="http://schemas.microsoft.com/office/drawing/2014/main" id="{9854689D-A219-2BDB-3B46-942EE187BD2B}"/>
              </a:ext>
            </a:extLst>
          </p:cNvPr>
          <p:cNvSpPr/>
          <p:nvPr/>
        </p:nvSpPr>
        <p:spPr>
          <a:xfrm>
            <a:off x="5029200" y="1783080"/>
            <a:ext cx="2148840" cy="24688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45;p7">
            <a:extLst>
              <a:ext uri="{FF2B5EF4-FFF2-40B4-BE49-F238E27FC236}">
                <a16:creationId xmlns:a16="http://schemas.microsoft.com/office/drawing/2014/main" id="{55AEB2E6-94D6-7497-1CDD-E7B54476FC0A}"/>
              </a:ext>
            </a:extLst>
          </p:cNvPr>
          <p:cNvSpPr/>
          <p:nvPr/>
        </p:nvSpPr>
        <p:spPr>
          <a:xfrm>
            <a:off x="5029200" y="1783080"/>
            <a:ext cx="73152" cy="2468880"/>
          </a:xfrm>
          <a:prstGeom prst="rect">
            <a:avLst/>
          </a:prstGeom>
          <a:solidFill>
            <a:srgbClr val="820000"/>
          </a:solidFill>
          <a:ln w="12700" cap="flat" cmpd="sng">
            <a:solidFill>
              <a:srgbClr val="82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47;p7">
            <a:extLst>
              <a:ext uri="{FF2B5EF4-FFF2-40B4-BE49-F238E27FC236}">
                <a16:creationId xmlns:a16="http://schemas.microsoft.com/office/drawing/2014/main" id="{8EE33742-12E6-C33B-694A-C00BF0ACDEC3}"/>
              </a:ext>
            </a:extLst>
          </p:cNvPr>
          <p:cNvSpPr/>
          <p:nvPr/>
        </p:nvSpPr>
        <p:spPr>
          <a:xfrm>
            <a:off x="5715000" y="2423160"/>
            <a:ext cx="777240" cy="777240"/>
          </a:xfrm>
          <a:prstGeom prst="ellipse">
            <a:avLst/>
          </a:prstGeom>
          <a:solidFill>
            <a:srgbClr val="820000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48;p7">
            <a:extLst>
              <a:ext uri="{FF2B5EF4-FFF2-40B4-BE49-F238E27FC236}">
                <a16:creationId xmlns:a16="http://schemas.microsoft.com/office/drawing/2014/main" id="{B32FE5F4-9839-9D37-4AD4-1A982B7836B2}"/>
              </a:ext>
            </a:extLst>
          </p:cNvPr>
          <p:cNvSpPr/>
          <p:nvPr/>
        </p:nvSpPr>
        <p:spPr>
          <a:xfrm>
            <a:off x="5715000" y="242316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2400"/>
              <a:buFont typeface="Georgia"/>
              <a:buNone/>
            </a:pPr>
            <a:r>
              <a:rPr lang="es-CL" sz="2400" b="1" i="0" u="none" strike="noStrike" cap="none" noProof="0">
                <a:solidFill>
                  <a:srgbClr val="C2A063"/>
                </a:solidFill>
                <a:latin typeface="Georgia"/>
                <a:ea typeface="Georgia"/>
                <a:cs typeface="Georgia"/>
                <a:sym typeface="Georgia"/>
              </a:rPr>
              <a:t>P</a:t>
            </a:r>
            <a:endParaRPr lang="es-CL" sz="24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49;p7">
            <a:extLst>
              <a:ext uri="{FF2B5EF4-FFF2-40B4-BE49-F238E27FC236}">
                <a16:creationId xmlns:a16="http://schemas.microsoft.com/office/drawing/2014/main" id="{A76701E9-875D-2769-F89D-668F126A09E2}"/>
              </a:ext>
            </a:extLst>
          </p:cNvPr>
          <p:cNvSpPr/>
          <p:nvPr/>
        </p:nvSpPr>
        <p:spPr>
          <a:xfrm>
            <a:off x="5166360" y="3337560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400"/>
              <a:buFont typeface="Georgia"/>
              <a:buNone/>
            </a:pPr>
            <a:r>
              <a:rPr lang="es-CL" sz="1400" b="1" i="0" u="none" strike="noStrike" cap="none" noProof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Vista de Procesos</a:t>
            </a:r>
            <a:endParaRPr lang="es-CL" sz="1400" b="0" i="0" u="none" strike="noStrike" cap="none" noProof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Google Shape;250;p7">
            <a:extLst>
              <a:ext uri="{FF2B5EF4-FFF2-40B4-BE49-F238E27FC236}">
                <a16:creationId xmlns:a16="http://schemas.microsoft.com/office/drawing/2014/main" id="{5D85174B-B9CC-8985-5D53-C5C688836238}"/>
              </a:ext>
            </a:extLst>
          </p:cNvPr>
          <p:cNvSpPr/>
          <p:nvPr/>
        </p:nvSpPr>
        <p:spPr>
          <a:xfrm>
            <a:off x="5166360" y="3703320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s-CL" sz="1000" b="0" i="1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Diagramas de secuencia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51;p7">
            <a:extLst>
              <a:ext uri="{FF2B5EF4-FFF2-40B4-BE49-F238E27FC236}">
                <a16:creationId xmlns:a16="http://schemas.microsoft.com/office/drawing/2014/main" id="{BBF63D78-18C1-3302-EA61-316663110A7D}"/>
              </a:ext>
            </a:extLst>
          </p:cNvPr>
          <p:cNvSpPr/>
          <p:nvPr/>
        </p:nvSpPr>
        <p:spPr>
          <a:xfrm>
            <a:off x="5166360" y="3977640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8444"/>
              </a:buClr>
              <a:buSzPts val="900"/>
              <a:buFont typeface="Calibri"/>
              <a:buNone/>
            </a:pPr>
            <a:r>
              <a:rPr lang="es-CL" sz="900" b="1" i="0" u="none" strike="noStrike" cap="none" noProof="0">
                <a:solidFill>
                  <a:srgbClr val="A88444"/>
                </a:solidFill>
                <a:latin typeface="Calibri"/>
                <a:ea typeface="Calibri"/>
                <a:cs typeface="Calibri"/>
                <a:sym typeface="Calibri"/>
              </a:rPr>
              <a:t>Figuras 4.3 a 4.24</a:t>
            </a:r>
            <a:endParaRPr lang="es-CL" sz="9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252;p7">
            <a:extLst>
              <a:ext uri="{FF2B5EF4-FFF2-40B4-BE49-F238E27FC236}">
                <a16:creationId xmlns:a16="http://schemas.microsoft.com/office/drawing/2014/main" id="{F14DB971-A61F-9F1E-37FF-068AC0E6CA79}"/>
              </a:ext>
            </a:extLst>
          </p:cNvPr>
          <p:cNvSpPr/>
          <p:nvPr/>
        </p:nvSpPr>
        <p:spPr>
          <a:xfrm>
            <a:off x="7315200" y="1783080"/>
            <a:ext cx="2148840" cy="24688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253;p7">
            <a:extLst>
              <a:ext uri="{FF2B5EF4-FFF2-40B4-BE49-F238E27FC236}">
                <a16:creationId xmlns:a16="http://schemas.microsoft.com/office/drawing/2014/main" id="{C55170A7-A972-48FF-7EC5-7AB57160326F}"/>
              </a:ext>
            </a:extLst>
          </p:cNvPr>
          <p:cNvSpPr/>
          <p:nvPr/>
        </p:nvSpPr>
        <p:spPr>
          <a:xfrm>
            <a:off x="7315200" y="1783080"/>
            <a:ext cx="73152" cy="2468880"/>
          </a:xfrm>
          <a:prstGeom prst="rect">
            <a:avLst/>
          </a:prstGeom>
          <a:solidFill>
            <a:srgbClr val="820000"/>
          </a:solidFill>
          <a:ln w="12700" cap="flat" cmpd="sng">
            <a:solidFill>
              <a:srgbClr val="82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255;p7">
            <a:extLst>
              <a:ext uri="{FF2B5EF4-FFF2-40B4-BE49-F238E27FC236}">
                <a16:creationId xmlns:a16="http://schemas.microsoft.com/office/drawing/2014/main" id="{B1E05062-F784-E5CD-1910-8529E8028191}"/>
              </a:ext>
            </a:extLst>
          </p:cNvPr>
          <p:cNvSpPr/>
          <p:nvPr/>
        </p:nvSpPr>
        <p:spPr>
          <a:xfrm>
            <a:off x="8001000" y="2423160"/>
            <a:ext cx="777240" cy="777240"/>
          </a:xfrm>
          <a:prstGeom prst="ellipse">
            <a:avLst/>
          </a:prstGeom>
          <a:solidFill>
            <a:srgbClr val="820000"/>
          </a:solidFill>
          <a:ln w="12700" cap="flat" cmpd="sng">
            <a:solidFill>
              <a:srgbClr val="82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256;p7">
            <a:extLst>
              <a:ext uri="{FF2B5EF4-FFF2-40B4-BE49-F238E27FC236}">
                <a16:creationId xmlns:a16="http://schemas.microsoft.com/office/drawing/2014/main" id="{0C54004F-8391-DD33-5626-6532F4F6E28E}"/>
              </a:ext>
            </a:extLst>
          </p:cNvPr>
          <p:cNvSpPr/>
          <p:nvPr/>
        </p:nvSpPr>
        <p:spPr>
          <a:xfrm>
            <a:off x="8001000" y="242316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2400"/>
              <a:buFont typeface="Georgia"/>
              <a:buNone/>
            </a:pPr>
            <a:r>
              <a:rPr lang="es-CL" sz="2400" b="1" i="0" u="none" strike="noStrike" cap="none" noProof="0">
                <a:solidFill>
                  <a:srgbClr val="C2A063"/>
                </a:solidFill>
                <a:latin typeface="Georgia"/>
                <a:ea typeface="Georgia"/>
                <a:cs typeface="Georgia"/>
                <a:sym typeface="Georgia"/>
              </a:rPr>
              <a:t>D</a:t>
            </a:r>
            <a:endParaRPr lang="es-CL" sz="24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257;p7">
            <a:extLst>
              <a:ext uri="{FF2B5EF4-FFF2-40B4-BE49-F238E27FC236}">
                <a16:creationId xmlns:a16="http://schemas.microsoft.com/office/drawing/2014/main" id="{E38C294E-B047-198C-B8BB-3DD26BC693C4}"/>
              </a:ext>
            </a:extLst>
          </p:cNvPr>
          <p:cNvSpPr/>
          <p:nvPr/>
        </p:nvSpPr>
        <p:spPr>
          <a:xfrm>
            <a:off x="7452360" y="3337560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400"/>
              <a:buFont typeface="Georgia"/>
              <a:buNone/>
            </a:pPr>
            <a:r>
              <a:rPr lang="es-CL" sz="1400" b="1" i="0" u="none" strike="noStrike" cap="none" noProof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Vista de Desarrollo</a:t>
            </a:r>
            <a:endParaRPr lang="es-CL" sz="1400" b="0" i="0" u="none" strike="noStrike" cap="none" noProof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" name="Google Shape;258;p7">
            <a:extLst>
              <a:ext uri="{FF2B5EF4-FFF2-40B4-BE49-F238E27FC236}">
                <a16:creationId xmlns:a16="http://schemas.microsoft.com/office/drawing/2014/main" id="{B901A8F0-CD3F-E636-7BE2-80CE8A462711}"/>
              </a:ext>
            </a:extLst>
          </p:cNvPr>
          <p:cNvSpPr/>
          <p:nvPr/>
        </p:nvSpPr>
        <p:spPr>
          <a:xfrm>
            <a:off x="7452360" y="3703320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s-CL" sz="1000" b="0" i="1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Componentes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259;p7">
            <a:extLst>
              <a:ext uri="{FF2B5EF4-FFF2-40B4-BE49-F238E27FC236}">
                <a16:creationId xmlns:a16="http://schemas.microsoft.com/office/drawing/2014/main" id="{CECBF298-0713-CA86-C899-674B5BC40110}"/>
              </a:ext>
            </a:extLst>
          </p:cNvPr>
          <p:cNvSpPr/>
          <p:nvPr/>
        </p:nvSpPr>
        <p:spPr>
          <a:xfrm>
            <a:off x="7452360" y="3977640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8444"/>
              </a:buClr>
              <a:buSzPts val="900"/>
              <a:buFont typeface="Calibri"/>
              <a:buNone/>
            </a:pPr>
            <a:r>
              <a:rPr lang="es-CL" sz="900" b="1" i="0" u="none" strike="noStrike" cap="none" noProof="0">
                <a:solidFill>
                  <a:srgbClr val="A88444"/>
                </a:solidFill>
                <a:latin typeface="Calibri"/>
                <a:ea typeface="Calibri"/>
                <a:cs typeface="Calibri"/>
                <a:sym typeface="Calibri"/>
              </a:rPr>
              <a:t>Figura 4.25</a:t>
            </a:r>
            <a:endParaRPr lang="es-CL" sz="9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260;p7">
            <a:extLst>
              <a:ext uri="{FF2B5EF4-FFF2-40B4-BE49-F238E27FC236}">
                <a16:creationId xmlns:a16="http://schemas.microsoft.com/office/drawing/2014/main" id="{BDDF9FBB-880D-22DA-10C4-B5A3DA161ECA}"/>
              </a:ext>
            </a:extLst>
          </p:cNvPr>
          <p:cNvSpPr/>
          <p:nvPr/>
        </p:nvSpPr>
        <p:spPr>
          <a:xfrm>
            <a:off x="9601200" y="1783080"/>
            <a:ext cx="2148840" cy="24688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261;p7">
            <a:extLst>
              <a:ext uri="{FF2B5EF4-FFF2-40B4-BE49-F238E27FC236}">
                <a16:creationId xmlns:a16="http://schemas.microsoft.com/office/drawing/2014/main" id="{0726E0F1-F44F-A38A-0358-A03FC424244B}"/>
              </a:ext>
            </a:extLst>
          </p:cNvPr>
          <p:cNvSpPr/>
          <p:nvPr/>
        </p:nvSpPr>
        <p:spPr>
          <a:xfrm>
            <a:off x="9601200" y="1783080"/>
            <a:ext cx="73152" cy="2468880"/>
          </a:xfrm>
          <a:prstGeom prst="rect">
            <a:avLst/>
          </a:prstGeom>
          <a:solidFill>
            <a:srgbClr val="820000"/>
          </a:solidFill>
          <a:ln w="12700" cap="flat" cmpd="sng">
            <a:solidFill>
              <a:srgbClr val="82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263;p7">
            <a:extLst>
              <a:ext uri="{FF2B5EF4-FFF2-40B4-BE49-F238E27FC236}">
                <a16:creationId xmlns:a16="http://schemas.microsoft.com/office/drawing/2014/main" id="{E7575ED5-B2DA-8FA6-FEF6-0969F692A1B8}"/>
              </a:ext>
            </a:extLst>
          </p:cNvPr>
          <p:cNvSpPr/>
          <p:nvPr/>
        </p:nvSpPr>
        <p:spPr>
          <a:xfrm>
            <a:off x="10287000" y="2423160"/>
            <a:ext cx="777240" cy="777240"/>
          </a:xfrm>
          <a:prstGeom prst="ellipse">
            <a:avLst/>
          </a:prstGeom>
          <a:solidFill>
            <a:srgbClr val="820000"/>
          </a:solidFill>
          <a:ln w="12700" cap="flat" cmpd="sng">
            <a:solidFill>
              <a:srgbClr val="82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264;p7">
            <a:extLst>
              <a:ext uri="{FF2B5EF4-FFF2-40B4-BE49-F238E27FC236}">
                <a16:creationId xmlns:a16="http://schemas.microsoft.com/office/drawing/2014/main" id="{C631EEEA-B6CB-4EA9-77E9-E939E020F432}"/>
              </a:ext>
            </a:extLst>
          </p:cNvPr>
          <p:cNvSpPr/>
          <p:nvPr/>
        </p:nvSpPr>
        <p:spPr>
          <a:xfrm>
            <a:off x="10287000" y="242316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2400"/>
              <a:buFont typeface="Georgia"/>
              <a:buNone/>
            </a:pPr>
            <a:r>
              <a:rPr lang="es-CL" sz="2400" b="1" i="0" u="none" strike="noStrike" cap="none" noProof="0">
                <a:solidFill>
                  <a:srgbClr val="C2A063"/>
                </a:solidFill>
                <a:latin typeface="Georgia"/>
                <a:ea typeface="Georgia"/>
                <a:cs typeface="Georgia"/>
                <a:sym typeface="Georgia"/>
              </a:rPr>
              <a:t>F</a:t>
            </a:r>
            <a:endParaRPr lang="es-CL" sz="24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265;p7">
            <a:extLst>
              <a:ext uri="{FF2B5EF4-FFF2-40B4-BE49-F238E27FC236}">
                <a16:creationId xmlns:a16="http://schemas.microsoft.com/office/drawing/2014/main" id="{374587F8-D29D-AE2E-240F-D336E3989047}"/>
              </a:ext>
            </a:extLst>
          </p:cNvPr>
          <p:cNvSpPr/>
          <p:nvPr/>
        </p:nvSpPr>
        <p:spPr>
          <a:xfrm>
            <a:off x="9738360" y="3337560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400"/>
              <a:buFont typeface="Georgia"/>
              <a:buNone/>
            </a:pPr>
            <a:r>
              <a:rPr lang="es-CL" sz="1400" b="1" i="0" u="none" strike="noStrike" cap="none" noProof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Vista Física</a:t>
            </a:r>
            <a:endParaRPr lang="es-CL" sz="1400" b="0" i="0" u="none" strike="noStrike" cap="none" noProof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" name="Google Shape;266;p7">
            <a:extLst>
              <a:ext uri="{FF2B5EF4-FFF2-40B4-BE49-F238E27FC236}">
                <a16:creationId xmlns:a16="http://schemas.microsoft.com/office/drawing/2014/main" id="{4C0AA2AA-C4DE-5BAF-0B3D-3FD67C757F08}"/>
              </a:ext>
            </a:extLst>
          </p:cNvPr>
          <p:cNvSpPr/>
          <p:nvPr/>
        </p:nvSpPr>
        <p:spPr>
          <a:xfrm>
            <a:off x="9738360" y="3703320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s-CL" sz="1000" b="0" i="1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Despliegue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267;p7">
            <a:extLst>
              <a:ext uri="{FF2B5EF4-FFF2-40B4-BE49-F238E27FC236}">
                <a16:creationId xmlns:a16="http://schemas.microsoft.com/office/drawing/2014/main" id="{7EED6352-DAE8-9DD7-47EB-A4E5A0269D66}"/>
              </a:ext>
            </a:extLst>
          </p:cNvPr>
          <p:cNvSpPr/>
          <p:nvPr/>
        </p:nvSpPr>
        <p:spPr>
          <a:xfrm>
            <a:off x="9738360" y="3977640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8444"/>
              </a:buClr>
              <a:buSzPts val="900"/>
              <a:buFont typeface="Calibri"/>
              <a:buNone/>
            </a:pPr>
            <a:r>
              <a:rPr lang="es-CL" sz="900" b="1" i="0" u="none" strike="noStrike" cap="none" noProof="0">
                <a:solidFill>
                  <a:srgbClr val="A88444"/>
                </a:solidFill>
                <a:latin typeface="Calibri"/>
                <a:ea typeface="Calibri"/>
                <a:cs typeface="Calibri"/>
                <a:sym typeface="Calibri"/>
              </a:rPr>
              <a:t>Figura 4.26</a:t>
            </a:r>
            <a:endParaRPr lang="es-CL" sz="9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268;p7">
            <a:extLst>
              <a:ext uri="{FF2B5EF4-FFF2-40B4-BE49-F238E27FC236}">
                <a16:creationId xmlns:a16="http://schemas.microsoft.com/office/drawing/2014/main" id="{AD0A828A-EA9F-B82B-4D2F-F36BFA99EA03}"/>
              </a:ext>
            </a:extLst>
          </p:cNvPr>
          <p:cNvSpPr/>
          <p:nvPr/>
        </p:nvSpPr>
        <p:spPr>
          <a:xfrm>
            <a:off x="457200" y="4434840"/>
            <a:ext cx="11247120" cy="1783080"/>
          </a:xfrm>
          <a:prstGeom prst="rect">
            <a:avLst/>
          </a:prstGeom>
          <a:solidFill>
            <a:schemeClr val="tx1"/>
          </a:solidFill>
          <a:ln w="12700" cap="flat" cmpd="sng">
            <a:solidFill>
              <a:srgbClr val="82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269;p7">
            <a:extLst>
              <a:ext uri="{FF2B5EF4-FFF2-40B4-BE49-F238E27FC236}">
                <a16:creationId xmlns:a16="http://schemas.microsoft.com/office/drawing/2014/main" id="{8EC19760-FA35-B57D-2EBC-5E0D44679517}"/>
              </a:ext>
            </a:extLst>
          </p:cNvPr>
          <p:cNvSpPr/>
          <p:nvPr/>
        </p:nvSpPr>
        <p:spPr>
          <a:xfrm>
            <a:off x="457200" y="4434840"/>
            <a:ext cx="109728" cy="1783080"/>
          </a:xfrm>
          <a:prstGeom prst="rect">
            <a:avLst/>
          </a:prstGeom>
          <a:solidFill>
            <a:srgbClr val="820000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270;p7">
            <a:extLst>
              <a:ext uri="{FF2B5EF4-FFF2-40B4-BE49-F238E27FC236}">
                <a16:creationId xmlns:a16="http://schemas.microsoft.com/office/drawing/2014/main" id="{1C450F1E-AD26-5380-EF5C-7076CAE7A126}"/>
              </a:ext>
            </a:extLst>
          </p:cNvPr>
          <p:cNvSpPr/>
          <p:nvPr/>
        </p:nvSpPr>
        <p:spPr>
          <a:xfrm>
            <a:off x="777240" y="45720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100"/>
              <a:buFont typeface="Calibri"/>
              <a:buNone/>
            </a:pPr>
            <a:r>
              <a:rPr lang="es-CL" sz="1100" b="1" i="0" u="none" strike="noStrike" cap="none" noProof="0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FOCO DE ESTA PRESENTACIÓN</a:t>
            </a:r>
            <a:endParaRPr lang="es-CL" sz="11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271;p7">
            <a:extLst>
              <a:ext uri="{FF2B5EF4-FFF2-40B4-BE49-F238E27FC236}">
                <a16:creationId xmlns:a16="http://schemas.microsoft.com/office/drawing/2014/main" id="{6565B407-E6B7-2AA1-E624-95BC6BA0884B}"/>
              </a:ext>
            </a:extLst>
          </p:cNvPr>
          <p:cNvSpPr/>
          <p:nvPr/>
        </p:nvSpPr>
        <p:spPr>
          <a:xfrm>
            <a:off x="777240" y="493776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FFFFFF"/>
              </a:buClr>
              <a:buSzPts val="2200"/>
              <a:buFont typeface="Georgia"/>
            </a:pPr>
            <a:r>
              <a:rPr lang="es-CL" sz="2200" b="1" i="0" u="none" strike="noStrike" cap="none" noProof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Vista de procesos · Figuras 4.3 a 4.24</a:t>
            </a:r>
            <a:endParaRPr lang="es-CL" sz="22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" name="Google Shape;272;p7">
            <a:extLst>
              <a:ext uri="{FF2B5EF4-FFF2-40B4-BE49-F238E27FC236}">
                <a16:creationId xmlns:a16="http://schemas.microsoft.com/office/drawing/2014/main" id="{EF229823-AB80-D236-6666-C51179696A56}"/>
              </a:ext>
            </a:extLst>
          </p:cNvPr>
          <p:cNvSpPr/>
          <p:nvPr/>
        </p:nvSpPr>
        <p:spPr>
          <a:xfrm>
            <a:off x="777240" y="548640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8D4C7"/>
              </a:buClr>
              <a:buSzPts val="1200"/>
              <a:buFont typeface="Calibri"/>
              <a:buNone/>
            </a:pPr>
            <a:r>
              <a:rPr lang="es-CL" sz="1200" b="0" i="0" u="none" strike="noStrike" cap="none" noProof="0">
                <a:solidFill>
                  <a:srgbClr val="B8D4C7"/>
                </a:solidFill>
                <a:latin typeface="Calibri"/>
                <a:ea typeface="Calibri"/>
                <a:cs typeface="Calibri"/>
                <a:sym typeface="Calibri"/>
              </a:rPr>
              <a:t>Se elaboró un diagrama de secuencia por cada uno de los 22 casos de uso del incremento. Cada diagrama muestra cómo colaboran la vista, el controlador, el servicio y la base de datos, incluidos los flujos del nuevo módulo de venta</a:t>
            </a:r>
            <a:r>
              <a:rPr lang="es-CL" sz="1200">
                <a:solidFill>
                  <a:srgbClr val="B8D4C7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CL" sz="1200" b="0" i="0" u="none" strike="noStrike" cap="none" noProof="0">
              <a:solidFill>
                <a:srgbClr val="B8D4C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Proyecto Ingeniería de Software II   •   Grupo 20   •   Minimarket Antucayen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1" i="0">
                <a:solidFill>
                  <a:srgbClr val="94A3B8"/>
                </a:solidFill>
                <a:latin typeface="Calibri"/>
              </a:rPr>
              <a:t>8 / 24</a:t>
            </a:r>
          </a:p>
        </p:txBody>
      </p:sp>
    </p:spTree>
    <p:extLst>
      <p:ext uri="{BB962C8B-B14F-4D97-AF65-F5344CB8AC3E}">
        <p14:creationId xmlns:p14="http://schemas.microsoft.com/office/powerpoint/2010/main" val="189081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405" y="1"/>
            <a:ext cx="12206418" cy="802886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400" y="100584"/>
            <a:ext cx="719254" cy="600029"/>
          </a:xfrm>
          <a:prstGeom prst="rect">
            <a:avLst/>
          </a:prstGeom>
        </p:spPr>
      </p:pic>
      <p:sp>
        <p:nvSpPr>
          <p:cNvPr id="17" name="CuadroTexto 16"/>
          <p:cNvSpPr txBox="1"/>
          <p:nvPr/>
        </p:nvSpPr>
        <p:spPr>
          <a:xfrm>
            <a:off x="365760" y="155448"/>
            <a:ext cx="10424160" cy="4924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ES_tradnl" sz="2400" b="1">
                <a:solidFill>
                  <a:srgbClr val="FFFFFF"/>
                </a:solidFill>
                <a:latin typeface="Helvetica"/>
                <a:ea typeface="Gungsuh"/>
              </a:rPr>
              <a:t>5.1 Vista externa · Casos de uso</a:t>
            </a:r>
            <a:endParaRPr lang="es-CL" sz="2600" b="1">
              <a:solidFill>
                <a:prstClr val="white"/>
              </a:solidFill>
              <a:latin typeface="Georgia"/>
              <a:ea typeface="Gungsuh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Proyecto Ingeniería de Software II   •   Grupo 20   •   Minimarket Antucayen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1" i="0">
                <a:solidFill>
                  <a:srgbClr val="94A3B8"/>
                </a:solidFill>
                <a:latin typeface="Calibri"/>
              </a:rPr>
              <a:t>9 / 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i="1">
                <a:solidFill>
                  <a:srgbClr val="1F2937"/>
                </a:solidFill>
                <a:latin typeface="Georgia"/>
              </a:rPr>
              <a:t>Figuras 2.1 a 2.22 · 3 actores · 22 casos de uso, uno por requerimiento</a:t>
            </a:r>
          </a:p>
        </p:txBody>
      </p:sp>
      <p:pic>
        <p:nvPicPr>
          <p:cNvPr id="21" name="Picture 20" descr="image2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942941"/>
            <a:ext cx="5532120" cy="2606356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pic>
        <p:nvPicPr>
          <p:cNvPr id="22" name="Picture 21" descr="cu8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1942941"/>
            <a:ext cx="5532120" cy="2606356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457200" y="4937760"/>
            <a:ext cx="5532120" cy="2092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00" b="0" i="1" err="1">
                <a:solidFill>
                  <a:srgbClr val="475569"/>
                </a:solidFill>
                <a:latin typeface="Calibri"/>
              </a:rPr>
              <a:t>Figura</a:t>
            </a:r>
            <a:r>
              <a:rPr sz="1000" b="0" i="1">
                <a:solidFill>
                  <a:srgbClr val="475569"/>
                </a:solidFill>
                <a:latin typeface="Calibri"/>
              </a:rPr>
              <a:t> 2.6 · CU-67 </a:t>
            </a:r>
            <a:r>
              <a:rPr sz="1000" b="0" i="1" err="1">
                <a:solidFill>
                  <a:srgbClr val="475569"/>
                </a:solidFill>
                <a:latin typeface="Calibri"/>
              </a:rPr>
              <a:t>Revirtiendo</a:t>
            </a:r>
            <a:r>
              <a:rPr sz="1000" b="0" i="1">
                <a:solidFill>
                  <a:srgbClr val="475569"/>
                </a:solidFill>
                <a:latin typeface="Calibri"/>
              </a:rPr>
              <a:t> </a:t>
            </a:r>
            <a:r>
              <a:rPr sz="1000" b="0" i="1" err="1">
                <a:solidFill>
                  <a:srgbClr val="475569"/>
                </a:solidFill>
                <a:latin typeface="Calibri"/>
              </a:rPr>
              <a:t>ajuste</a:t>
            </a:r>
            <a:r>
              <a:rPr sz="1000" b="0" i="1">
                <a:solidFill>
                  <a:srgbClr val="475569"/>
                </a:solidFill>
                <a:latin typeface="Calibri"/>
              </a:rPr>
              <a:t> UR-46 · </a:t>
            </a:r>
            <a:r>
              <a:rPr sz="1000" b="0" i="1" err="1">
                <a:solidFill>
                  <a:srgbClr val="475569"/>
                </a:solidFill>
                <a:latin typeface="Calibri"/>
              </a:rPr>
              <a:t>exclusivo</a:t>
            </a:r>
            <a:r>
              <a:rPr sz="1000" b="0" i="1">
                <a:solidFill>
                  <a:srgbClr val="475569"/>
                </a:solidFill>
                <a:latin typeface="Calibri"/>
              </a:rPr>
              <a:t> del </a:t>
            </a:r>
            <a:r>
              <a:rPr sz="1000" b="0" i="1" err="1">
                <a:solidFill>
                  <a:srgbClr val="475569"/>
                </a:solidFill>
                <a:latin typeface="Calibri"/>
              </a:rPr>
              <a:t>Administrador</a:t>
            </a:r>
            <a:endParaRPr lang="en-US" sz="1000" b="0" i="1" err="1">
              <a:solidFill>
                <a:srgbClr val="47556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172200" y="4937760"/>
            <a:ext cx="5532120" cy="2092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00" b="0" i="1" err="1">
                <a:solidFill>
                  <a:srgbClr val="475569"/>
                </a:solidFill>
                <a:latin typeface="Calibri"/>
              </a:rPr>
              <a:t>Figura</a:t>
            </a:r>
            <a:r>
              <a:rPr sz="1000" b="0" i="1">
                <a:solidFill>
                  <a:srgbClr val="475569"/>
                </a:solidFill>
                <a:latin typeface="Calibri"/>
              </a:rPr>
              <a:t> 2.19 · CU-80 </a:t>
            </a:r>
            <a:r>
              <a:rPr sz="1000" b="0" i="1" err="1">
                <a:solidFill>
                  <a:srgbClr val="475569"/>
                </a:solidFill>
                <a:latin typeface="Calibri"/>
              </a:rPr>
              <a:t>Confirmando</a:t>
            </a:r>
            <a:r>
              <a:rPr sz="1000" b="0" i="1">
                <a:solidFill>
                  <a:srgbClr val="475569"/>
                </a:solidFill>
                <a:latin typeface="Calibri"/>
              </a:rPr>
              <a:t> </a:t>
            </a:r>
            <a:r>
              <a:rPr sz="1000" b="0" i="1" err="1">
                <a:solidFill>
                  <a:srgbClr val="475569"/>
                </a:solidFill>
                <a:latin typeface="Calibri"/>
              </a:rPr>
              <a:t>venta</a:t>
            </a:r>
            <a:r>
              <a:rPr sz="1000" b="0" i="1">
                <a:solidFill>
                  <a:srgbClr val="475569"/>
                </a:solidFill>
                <a:latin typeface="Calibri"/>
              </a:rPr>
              <a:t> UR-69 · actor: Cajero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440680"/>
            <a:ext cx="11247120" cy="6858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5440680"/>
            <a:ext cx="1097280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Administrador y Bodeguero: facturas y archivos  ·  Administrador: reversión de ajustes  ·  Usuario autorizado: consultas y reportes  ·  Cajero: venta</a:t>
            </a:r>
          </a:p>
        </p:txBody>
      </p:sp>
    </p:spTree>
    <p:extLst>
      <p:ext uri="{BB962C8B-B14F-4D97-AF65-F5344CB8AC3E}">
        <p14:creationId xmlns:p14="http://schemas.microsoft.com/office/powerpoint/2010/main" val="4025615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406" y="1"/>
            <a:ext cx="12111169" cy="802886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400" y="100584"/>
            <a:ext cx="719254" cy="6000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7B72EA-FE2C-D978-2AD3-666779E439EA}"/>
              </a:ext>
            </a:extLst>
          </p:cNvPr>
          <p:cNvSpPr txBox="1"/>
          <p:nvPr/>
        </p:nvSpPr>
        <p:spPr>
          <a:xfrm>
            <a:off x="365760" y="155448"/>
            <a:ext cx="10424160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Helvetica"/>
                <a:ea typeface="Calibri"/>
                <a:cs typeface="helvetica"/>
              </a:rPr>
              <a:t>5.2 Vista lógica · Clases y modelo de datos</a:t>
            </a:r>
            <a:endParaRPr lang="en-US" sz="2400" err="1">
              <a:solidFill>
                <a:schemeClr val="bg1"/>
              </a:solidFill>
              <a:latin typeface="helvetica"/>
              <a:cs typeface="helvetic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Proyecto Ingeniería de Software II   •   Grupo 20   •   Minimarket Antucayen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1" i="0">
                <a:solidFill>
                  <a:srgbClr val="94A3B8"/>
                </a:solidFill>
                <a:latin typeface="Calibri"/>
              </a:rPr>
              <a:t>10 /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1051560"/>
            <a:ext cx="34290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Georgia"/>
              </a:rPr>
              <a:t>Modelo de datos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1600200"/>
            <a:ext cx="228600" cy="22860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59368" y="1536192"/>
            <a:ext cx="3017520" cy="3474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Azul · Incremento 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984248"/>
            <a:ext cx="228600" cy="228600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59368" y="1920240"/>
            <a:ext cx="3017520" cy="3474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Verde · Incremento 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2368296"/>
            <a:ext cx="228600" cy="228600"/>
          </a:xfrm>
          <a:prstGeom prst="rect">
            <a:avLst/>
          </a:prstGeom>
          <a:solidFill>
            <a:srgbClr val="80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59368" y="2304288"/>
            <a:ext cx="3017520" cy="3474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Morado · Incremento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20" y="2926080"/>
            <a:ext cx="3429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75320" y="2926080"/>
            <a:ext cx="73152" cy="3291840"/>
          </a:xfrm>
          <a:prstGeom prst="rect">
            <a:avLst/>
          </a:prstGeom>
          <a:solidFill>
            <a:srgbClr val="8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58200" y="3017520"/>
            <a:ext cx="31546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A88444"/>
                </a:solidFill>
                <a:latin typeface="Calibri"/>
              </a:rPr>
              <a:t>CAMBIOS DEL INCREMENTO 3</a:t>
            </a:r>
          </a:p>
        </p:txBody>
      </p:sp>
      <p:sp>
        <p:nvSpPr>
          <p:cNvPr id="21" name="Oval 20"/>
          <p:cNvSpPr/>
          <p:nvPr/>
        </p:nvSpPr>
        <p:spPr>
          <a:xfrm>
            <a:off x="8458200" y="3511296"/>
            <a:ext cx="128016" cy="128016"/>
          </a:xfrm>
          <a:prstGeom prst="ellipse">
            <a:avLst/>
          </a:prstGeom>
          <a:solidFill>
            <a:srgbClr val="8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14232" y="3383280"/>
            <a:ext cx="2898648" cy="6949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Tablas nuevas del módulo de venta: venta, item_venta y pago_venta</a:t>
            </a:r>
          </a:p>
        </p:txBody>
      </p:sp>
      <p:sp>
        <p:nvSpPr>
          <p:cNvPr id="23" name="Oval 22"/>
          <p:cNvSpPr/>
          <p:nvPr/>
        </p:nvSpPr>
        <p:spPr>
          <a:xfrm>
            <a:off x="8458200" y="4206240"/>
            <a:ext cx="128016" cy="128016"/>
          </a:xfrm>
          <a:prstGeom prst="ellipse">
            <a:avLst/>
          </a:prstGeom>
          <a:solidFill>
            <a:srgbClr val="8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14232" y="4078224"/>
            <a:ext cx="2898648" cy="4247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 err="1">
                <a:solidFill>
                  <a:srgbClr val="1F2937"/>
                </a:solidFill>
                <a:latin typeface="Calibri"/>
              </a:rPr>
              <a:t>log_archivo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 se </a:t>
            </a:r>
            <a:r>
              <a:rPr sz="1200" b="0" i="0" err="1">
                <a:solidFill>
                  <a:srgbClr val="1F2937"/>
                </a:solidFill>
                <a:latin typeface="Calibri"/>
              </a:rPr>
              <a:t>reutiliza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 para </a:t>
            </a:r>
            <a:r>
              <a:rPr sz="1200" b="0" i="0" err="1">
                <a:solidFill>
                  <a:srgbClr val="1F2937"/>
                </a:solidFill>
                <a:latin typeface="Calibri"/>
              </a:rPr>
              <a:t>auditar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 las </a:t>
            </a:r>
            <a:r>
              <a:rPr sz="1200" b="0" i="0" err="1">
                <a:solidFill>
                  <a:srgbClr val="1F2937"/>
                </a:solidFill>
                <a:latin typeface="Calibri"/>
              </a:rPr>
              <a:t>operaciones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 de </a:t>
            </a:r>
            <a:r>
              <a:rPr sz="1200" b="0" i="0" err="1">
                <a:solidFill>
                  <a:srgbClr val="1F2937"/>
                </a:solidFill>
                <a:latin typeface="Calibri"/>
              </a:rPr>
              <a:t>archivo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 UR-37</a:t>
            </a:r>
          </a:p>
        </p:txBody>
      </p:sp>
      <p:sp>
        <p:nvSpPr>
          <p:cNvPr id="25" name="Oval 24"/>
          <p:cNvSpPr/>
          <p:nvPr/>
        </p:nvSpPr>
        <p:spPr>
          <a:xfrm>
            <a:off x="8458200" y="4901183"/>
            <a:ext cx="128016" cy="128016"/>
          </a:xfrm>
          <a:prstGeom prst="ellipse">
            <a:avLst/>
          </a:prstGeom>
          <a:solidFill>
            <a:srgbClr val="8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714232" y="4773168"/>
            <a:ext cx="2898648" cy="4247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 err="1">
                <a:solidFill>
                  <a:srgbClr val="1F2937"/>
                </a:solidFill>
                <a:latin typeface="Calibri"/>
              </a:rPr>
              <a:t>Servicios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 </a:t>
            </a:r>
            <a:r>
              <a:rPr sz="1200" b="0" i="0" err="1">
                <a:solidFill>
                  <a:srgbClr val="1F2937"/>
                </a:solidFill>
                <a:latin typeface="Calibri"/>
              </a:rPr>
              <a:t>nuevos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 de </a:t>
            </a:r>
            <a:r>
              <a:rPr sz="1200" b="0" i="0" err="1">
                <a:solidFill>
                  <a:srgbClr val="1F2937"/>
                </a:solidFill>
                <a:latin typeface="Calibri"/>
              </a:rPr>
              <a:t>exportación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, </a:t>
            </a:r>
            <a:r>
              <a:rPr sz="1200" b="0" i="0" err="1">
                <a:solidFill>
                  <a:srgbClr val="1F2937"/>
                </a:solidFill>
                <a:latin typeface="Calibri"/>
              </a:rPr>
              <a:t>auditoría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 y </a:t>
            </a:r>
            <a:r>
              <a:rPr sz="1200" b="0" i="0" err="1">
                <a:solidFill>
                  <a:srgbClr val="1F2937"/>
                </a:solidFill>
                <a:latin typeface="Calibri"/>
              </a:rPr>
              <a:t>reportes</a:t>
            </a:r>
            <a:endParaRPr lang="en-US" sz="1200" b="0" i="0" err="1">
              <a:solidFill>
                <a:srgbClr val="1F293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8458200" y="5596128"/>
            <a:ext cx="128016" cy="128016"/>
          </a:xfrm>
          <a:prstGeom prst="ellipse">
            <a:avLst/>
          </a:prstGeom>
          <a:solidFill>
            <a:srgbClr val="8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14232" y="5468112"/>
            <a:ext cx="2898648" cy="24006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en-US" sz="1200">
                <a:solidFill>
                  <a:srgbClr val="1F2937"/>
                </a:solidFill>
                <a:latin typeface="Calibri"/>
              </a:rPr>
              <a:t>Modelo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 </a:t>
            </a:r>
            <a:r>
              <a:rPr sz="1200" b="0" i="0" err="1">
                <a:solidFill>
                  <a:srgbClr val="1F2937"/>
                </a:solidFill>
                <a:latin typeface="Calibri"/>
              </a:rPr>
              <a:t>entidad-relación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 de </a:t>
            </a:r>
            <a:r>
              <a:rPr sz="1200" b="0" i="0" err="1">
                <a:solidFill>
                  <a:srgbClr val="1F2937"/>
                </a:solidFill>
                <a:latin typeface="Calibri"/>
              </a:rPr>
              <a:t>minimarket_db</a:t>
            </a:r>
            <a:endParaRPr lang="en-US" sz="1200" b="0" i="0">
              <a:solidFill>
                <a:srgbClr val="1F2937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C4E697-AE56-92B6-E1EB-0D82B94D70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780" y="1533895"/>
            <a:ext cx="8163952" cy="4730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613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405" y="1"/>
            <a:ext cx="12206418" cy="802886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400" y="100584"/>
            <a:ext cx="719254" cy="6000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7787FA-85AD-A99E-2602-08D11D352909}"/>
              </a:ext>
            </a:extLst>
          </p:cNvPr>
          <p:cNvSpPr txBox="1"/>
          <p:nvPr/>
        </p:nvSpPr>
        <p:spPr>
          <a:xfrm>
            <a:off x="365760" y="155448"/>
            <a:ext cx="1042416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Helvetica"/>
                <a:ea typeface="Calibri"/>
                <a:cs typeface="helvetica"/>
              </a:rPr>
              <a:t>5.3 Vista de procesos · Diagramas de secuencia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Proyecto Ingeniería de Software II   •   Grupo 20   •   Minimarket Antucayen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1" i="0">
                <a:solidFill>
                  <a:srgbClr val="94A3B8"/>
                </a:solidFill>
                <a:latin typeface="Calibri"/>
              </a:rPr>
              <a:t>11 / 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05840"/>
            <a:ext cx="1124712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i="1">
                <a:solidFill>
                  <a:srgbClr val="1F2937"/>
                </a:solidFill>
                <a:latin typeface="Georgia"/>
              </a:rPr>
              <a:t>Un </a:t>
            </a:r>
            <a:r>
              <a:rPr sz="1600" b="0" i="1" err="1">
                <a:solidFill>
                  <a:srgbClr val="1F2937"/>
                </a:solidFill>
                <a:latin typeface="Georgia"/>
              </a:rPr>
              <a:t>diagrama</a:t>
            </a:r>
            <a:r>
              <a:rPr sz="1600" b="0" i="1">
                <a:solidFill>
                  <a:srgbClr val="1F2937"/>
                </a:solidFill>
                <a:latin typeface="Georgia"/>
              </a:rPr>
              <a:t> de </a:t>
            </a:r>
            <a:r>
              <a:rPr sz="1600" b="0" i="1" err="1">
                <a:solidFill>
                  <a:srgbClr val="1F2937"/>
                </a:solidFill>
                <a:latin typeface="Georgia"/>
              </a:rPr>
              <a:t>secuencia</a:t>
            </a:r>
            <a:r>
              <a:rPr sz="1600" b="0" i="1">
                <a:solidFill>
                  <a:srgbClr val="1F2937"/>
                </a:solidFill>
                <a:latin typeface="Georgia"/>
              </a:rPr>
              <a:t> </a:t>
            </a:r>
            <a:r>
              <a:rPr sz="1600" b="0" i="1" err="1">
                <a:solidFill>
                  <a:srgbClr val="1F2937"/>
                </a:solidFill>
                <a:latin typeface="Georgia"/>
              </a:rPr>
              <a:t>por</a:t>
            </a:r>
            <a:r>
              <a:rPr sz="1600" b="0" i="1">
                <a:solidFill>
                  <a:srgbClr val="1F2937"/>
                </a:solidFill>
                <a:latin typeface="Georgia"/>
              </a:rPr>
              <a:t> </a:t>
            </a:r>
            <a:r>
              <a:rPr sz="1600" b="0" i="1" err="1">
                <a:solidFill>
                  <a:srgbClr val="1F2937"/>
                </a:solidFill>
                <a:latin typeface="Georgia"/>
              </a:rPr>
              <a:t>cada</a:t>
            </a:r>
            <a:r>
              <a:rPr sz="1600" b="0" i="1">
                <a:solidFill>
                  <a:srgbClr val="1F2937"/>
                </a:solidFill>
                <a:latin typeface="Georgia"/>
              </a:rPr>
              <a:t> </a:t>
            </a:r>
            <a:r>
              <a:rPr sz="1600" b="0" i="1" err="1">
                <a:solidFill>
                  <a:srgbClr val="1F2937"/>
                </a:solidFill>
                <a:latin typeface="Georgia"/>
              </a:rPr>
              <a:t>caso</a:t>
            </a:r>
            <a:r>
              <a:rPr sz="1600" b="0" i="1">
                <a:solidFill>
                  <a:srgbClr val="1F2937"/>
                </a:solidFill>
                <a:latin typeface="Georgia"/>
              </a:rPr>
              <a:t> de </a:t>
            </a:r>
            <a:r>
              <a:rPr sz="1600" b="0" i="1" err="1">
                <a:solidFill>
                  <a:srgbClr val="1F2937"/>
                </a:solidFill>
                <a:latin typeface="Georgia"/>
              </a:rPr>
              <a:t>uso</a:t>
            </a:r>
            <a:r>
              <a:rPr sz="1600" b="0" i="1">
                <a:solidFill>
                  <a:srgbClr val="1F2937"/>
                </a:solidFill>
                <a:latin typeface="Georgia"/>
              </a:rPr>
              <a:t> </a:t>
            </a:r>
            <a:endParaRPr lang="en-US" sz="1600" b="0" i="1">
              <a:solidFill>
                <a:srgbClr val="1F2937"/>
              </a:solidFill>
              <a:latin typeface="Georgia"/>
            </a:endParaRPr>
          </a:p>
        </p:txBody>
      </p:sp>
      <p:pic>
        <p:nvPicPr>
          <p:cNvPr id="11" name="Picture 10" descr="image3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734523"/>
            <a:ext cx="7680960" cy="3754712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457200" y="5669280"/>
            <a:ext cx="7680960" cy="2092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00" b="0" i="1" err="1">
                <a:solidFill>
                  <a:srgbClr val="475569"/>
                </a:solidFill>
                <a:latin typeface="Calibri"/>
              </a:rPr>
              <a:t>Figura</a:t>
            </a:r>
            <a:r>
              <a:rPr sz="1000" b="0" i="1">
                <a:solidFill>
                  <a:srgbClr val="475569"/>
                </a:solidFill>
                <a:latin typeface="Calibri"/>
              </a:rPr>
              <a:t> 4.8 · </a:t>
            </a:r>
            <a:r>
              <a:rPr sz="1000" b="0" i="1" err="1">
                <a:solidFill>
                  <a:srgbClr val="475569"/>
                </a:solidFill>
                <a:latin typeface="Calibri"/>
              </a:rPr>
              <a:t>Diagrama</a:t>
            </a:r>
            <a:r>
              <a:rPr sz="1000" b="0" i="1">
                <a:solidFill>
                  <a:srgbClr val="475569"/>
                </a:solidFill>
                <a:latin typeface="Calibri"/>
              </a:rPr>
              <a:t> de </a:t>
            </a:r>
            <a:r>
              <a:rPr sz="1000" b="0" i="1" err="1">
                <a:solidFill>
                  <a:srgbClr val="475569"/>
                </a:solidFill>
                <a:latin typeface="Calibri"/>
              </a:rPr>
              <a:t>secuencia</a:t>
            </a:r>
            <a:r>
              <a:rPr sz="1000" b="0" i="1">
                <a:solidFill>
                  <a:srgbClr val="475569"/>
                </a:solidFill>
                <a:latin typeface="Calibri"/>
              </a:rPr>
              <a:t> de CU-67 </a:t>
            </a:r>
            <a:r>
              <a:rPr sz="1000" b="0" i="1" err="1">
                <a:solidFill>
                  <a:srgbClr val="475569"/>
                </a:solidFill>
                <a:latin typeface="Calibri"/>
              </a:rPr>
              <a:t>Revirtiendo</a:t>
            </a:r>
            <a:r>
              <a:rPr sz="1000" b="0" i="1">
                <a:solidFill>
                  <a:srgbClr val="475569"/>
                </a:solidFill>
                <a:latin typeface="Calibri"/>
              </a:rPr>
              <a:t> </a:t>
            </a:r>
            <a:r>
              <a:rPr lang="es-ES" sz="1000" b="0" i="1">
                <a:solidFill>
                  <a:srgbClr val="475569"/>
                </a:solidFill>
                <a:latin typeface="Calibri"/>
              </a:rPr>
              <a:t>ajuste</a:t>
            </a:r>
            <a:endParaRPr lang="en-US" sz="1000" b="0" i="1" err="1">
              <a:solidFill>
                <a:srgbClr val="47556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366760" y="1600200"/>
            <a:ext cx="3337560" cy="4526280"/>
          </a:xfrm>
          <a:prstGeom prst="rect">
            <a:avLst/>
          </a:prstGeom>
          <a:solidFill>
            <a:srgbClr val="8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0" y="1737360"/>
            <a:ext cx="29260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C2A063"/>
                </a:solidFill>
                <a:latin typeface="Calibri"/>
              </a:rPr>
              <a:t>22 DIAGRAMAS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011680"/>
            <a:ext cx="292608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Figs. 4.3 a 4.24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560320"/>
            <a:ext cx="29260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C2A063"/>
                </a:solidFill>
                <a:latin typeface="Calibri"/>
              </a:rPr>
              <a:t>CAPAS QUE COLABORAN</a:t>
            </a:r>
          </a:p>
        </p:txBody>
      </p:sp>
      <p:sp>
        <p:nvSpPr>
          <p:cNvPr id="17" name="Oval 16"/>
          <p:cNvSpPr/>
          <p:nvPr/>
        </p:nvSpPr>
        <p:spPr>
          <a:xfrm>
            <a:off x="8641080" y="2971800"/>
            <a:ext cx="182880" cy="182880"/>
          </a:xfrm>
          <a:prstGeom prst="ellipse">
            <a:avLst/>
          </a:prstGeom>
          <a:solidFill>
            <a:srgbClr val="C2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0" y="2862072"/>
            <a:ext cx="26517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Vista  </a:t>
            </a:r>
            <a:r>
              <a:rPr sz="1100" b="0" i="0">
                <a:solidFill>
                  <a:srgbClr val="B8D4C7"/>
                </a:solidFill>
                <a:latin typeface="Calibri"/>
              </a:rPr>
              <a:t>Java Swing</a:t>
            </a:r>
          </a:p>
        </p:txBody>
      </p:sp>
      <p:sp>
        <p:nvSpPr>
          <p:cNvPr id="19" name="Oval 18"/>
          <p:cNvSpPr/>
          <p:nvPr/>
        </p:nvSpPr>
        <p:spPr>
          <a:xfrm>
            <a:off x="8641080" y="3520440"/>
            <a:ext cx="182880" cy="182880"/>
          </a:xfrm>
          <a:prstGeom prst="ellipse">
            <a:avLst/>
          </a:prstGeom>
          <a:solidFill>
            <a:srgbClr val="C2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0" y="3410712"/>
            <a:ext cx="26517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Controlador  </a:t>
            </a:r>
            <a:r>
              <a:rPr sz="1100" b="0" i="0">
                <a:solidFill>
                  <a:srgbClr val="B8D4C7"/>
                </a:solidFill>
                <a:latin typeface="Calibri"/>
              </a:rPr>
              <a:t>Coordina el flujo</a:t>
            </a:r>
          </a:p>
        </p:txBody>
      </p:sp>
      <p:sp>
        <p:nvSpPr>
          <p:cNvPr id="21" name="Oval 20"/>
          <p:cNvSpPr/>
          <p:nvPr/>
        </p:nvSpPr>
        <p:spPr>
          <a:xfrm>
            <a:off x="8641080" y="4069080"/>
            <a:ext cx="182880" cy="182880"/>
          </a:xfrm>
          <a:prstGeom prst="ellipse">
            <a:avLst/>
          </a:prstGeom>
          <a:solidFill>
            <a:srgbClr val="C2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0" y="3959352"/>
            <a:ext cx="26517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Servicio  </a:t>
            </a:r>
            <a:r>
              <a:rPr sz="1100" b="0" i="0">
                <a:solidFill>
                  <a:srgbClr val="B8D4C7"/>
                </a:solidFill>
                <a:latin typeface="Calibri"/>
              </a:rPr>
              <a:t>Reglas de negocio</a:t>
            </a:r>
          </a:p>
        </p:txBody>
      </p:sp>
      <p:sp>
        <p:nvSpPr>
          <p:cNvPr id="23" name="Oval 22"/>
          <p:cNvSpPr/>
          <p:nvPr/>
        </p:nvSpPr>
        <p:spPr>
          <a:xfrm>
            <a:off x="8641080" y="4617720"/>
            <a:ext cx="182880" cy="182880"/>
          </a:xfrm>
          <a:prstGeom prst="ellipse">
            <a:avLst/>
          </a:prstGeom>
          <a:solidFill>
            <a:srgbClr val="C2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61120" y="4507992"/>
            <a:ext cx="26517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Base de datos  </a:t>
            </a:r>
            <a:r>
              <a:rPr sz="1100" b="0" i="0">
                <a:solidFill>
                  <a:srgbClr val="B8D4C7"/>
                </a:solidFill>
                <a:latin typeface="Calibri"/>
              </a:rPr>
              <a:t>MariaDB vía JDBC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5120640"/>
            <a:ext cx="2971800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B8D4C7"/>
                </a:solidFill>
                <a:latin typeface="Calibri"/>
              </a:rPr>
              <a:t>En la reversión, el sistema valida el perfil Administrador, restaura el stock y registra un movimiento de tipo Reversión.</a:t>
            </a:r>
          </a:p>
        </p:txBody>
      </p:sp>
    </p:spTree>
    <p:extLst>
      <p:ext uri="{BB962C8B-B14F-4D97-AF65-F5344CB8AC3E}">
        <p14:creationId xmlns:p14="http://schemas.microsoft.com/office/powerpoint/2010/main" val="3593821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6BE7A-18BB-6E3A-1D27-07701E0A5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F7681C2-50A5-0A4D-B327-6F1AD776072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405" y="1"/>
            <a:ext cx="12206418" cy="802886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99DBFA02-E440-E4C2-9C94-4A1A9B6E1A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400" y="100584"/>
            <a:ext cx="719254" cy="6000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9ACEC4D-CEF5-9A4F-A4C8-63F98F7B359E}"/>
              </a:ext>
            </a:extLst>
          </p:cNvPr>
          <p:cNvSpPr txBox="1"/>
          <p:nvPr/>
        </p:nvSpPr>
        <p:spPr>
          <a:xfrm>
            <a:off x="365760" y="155448"/>
            <a:ext cx="1042416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Helvetica"/>
                <a:ea typeface="Calibri"/>
                <a:cs typeface="helvetica"/>
              </a:rPr>
              <a:t>5.4 Vista de desarrollo · Componentes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Proyecto Ingeniería de Software II   •   Grupo 20   •   Minimarket Antucayen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1" i="0">
                <a:solidFill>
                  <a:srgbClr val="94A3B8"/>
                </a:solidFill>
                <a:latin typeface="Calibri"/>
              </a:rPr>
              <a:t>12 /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1051560"/>
            <a:ext cx="34290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Georgia"/>
              </a:rPr>
              <a:t>Figura 4.25 · Cuatro capas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463040"/>
            <a:ext cx="3429000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Presentación · Controlador y servicio · Acceso a datos · Datos. La estructura de capas se mantiene desde los incrementos anteriores.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20" y="2697480"/>
            <a:ext cx="342900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E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75320" y="2697480"/>
            <a:ext cx="73152" cy="3520440"/>
          </a:xfrm>
          <a:prstGeom prst="rect">
            <a:avLst/>
          </a:prstGeom>
          <a:solidFill>
            <a:srgbClr val="8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58200" y="2788920"/>
            <a:ext cx="31546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A88444"/>
                </a:solidFill>
                <a:latin typeface="Calibri"/>
              </a:rPr>
              <a:t>COMPONENTES DEL INCREMENTO 3</a:t>
            </a:r>
          </a:p>
        </p:txBody>
      </p:sp>
      <p:sp>
        <p:nvSpPr>
          <p:cNvPr id="16" name="Oval 15"/>
          <p:cNvSpPr/>
          <p:nvPr/>
        </p:nvSpPr>
        <p:spPr>
          <a:xfrm>
            <a:off x="8458200" y="3282696"/>
            <a:ext cx="128016" cy="128016"/>
          </a:xfrm>
          <a:prstGeom prst="ellipse">
            <a:avLst/>
          </a:prstGeom>
          <a:solidFill>
            <a:srgbClr val="8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14232" y="3154680"/>
            <a:ext cx="2898648" cy="24006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 err="1">
                <a:solidFill>
                  <a:srgbClr val="1F2937"/>
                </a:solidFill>
                <a:latin typeface="Calibri"/>
              </a:rPr>
              <a:t>ControladorVenta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: </a:t>
            </a:r>
            <a:r>
              <a:rPr sz="1200" b="0" i="0" err="1">
                <a:solidFill>
                  <a:srgbClr val="1F2937"/>
                </a:solidFill>
                <a:latin typeface="Calibri"/>
              </a:rPr>
              <a:t>flujo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 del punto de </a:t>
            </a:r>
            <a:r>
              <a:rPr sz="1200" b="0" i="0" err="1">
                <a:solidFill>
                  <a:srgbClr val="1F2937"/>
                </a:solidFill>
                <a:latin typeface="Calibri"/>
              </a:rPr>
              <a:t>venta</a:t>
            </a:r>
            <a:endParaRPr lang="en-US" sz="1200" b="0" i="0" err="1">
              <a:solidFill>
                <a:srgbClr val="1F293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8458200" y="4014215"/>
            <a:ext cx="128016" cy="128016"/>
          </a:xfrm>
          <a:prstGeom prst="ellipse">
            <a:avLst/>
          </a:prstGeom>
          <a:solidFill>
            <a:srgbClr val="8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14232" y="3886200"/>
            <a:ext cx="2898648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VentaDAO, ItemVentaDAO y PagoVentaDAO para el módulo de venta</a:t>
            </a:r>
          </a:p>
        </p:txBody>
      </p:sp>
      <p:sp>
        <p:nvSpPr>
          <p:cNvPr id="20" name="Oval 19"/>
          <p:cNvSpPr/>
          <p:nvPr/>
        </p:nvSpPr>
        <p:spPr>
          <a:xfrm>
            <a:off x="8458200" y="4745736"/>
            <a:ext cx="128016" cy="128016"/>
          </a:xfrm>
          <a:prstGeom prst="ellipse">
            <a:avLst/>
          </a:prstGeom>
          <a:solidFill>
            <a:srgbClr val="8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14232" y="4617720"/>
            <a:ext cx="2898648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ControladorAjusteInventario: reversión, historial y archivos</a:t>
            </a:r>
          </a:p>
        </p:txBody>
      </p:sp>
      <p:sp>
        <p:nvSpPr>
          <p:cNvPr id="22" name="Oval 21"/>
          <p:cNvSpPr/>
          <p:nvPr/>
        </p:nvSpPr>
        <p:spPr>
          <a:xfrm>
            <a:off x="8458200" y="5477256"/>
            <a:ext cx="128016" cy="128016"/>
          </a:xfrm>
          <a:prstGeom prst="ellipse">
            <a:avLst/>
          </a:prstGeom>
          <a:solidFill>
            <a:srgbClr val="8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14232" y="5349240"/>
            <a:ext cx="2898648" cy="24006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1200" b="0" i="0" err="1">
                <a:solidFill>
                  <a:srgbClr val="1F2937"/>
                </a:solidFill>
                <a:latin typeface="Calibri"/>
              </a:rPr>
              <a:t>Validación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 de </a:t>
            </a:r>
            <a:r>
              <a:rPr sz="1200" b="0" i="0" err="1">
                <a:solidFill>
                  <a:srgbClr val="1F2937"/>
                </a:solidFill>
                <a:latin typeface="Calibri"/>
              </a:rPr>
              <a:t>permisos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 </a:t>
            </a:r>
            <a:r>
              <a:rPr sz="1200" b="0" i="0" err="1">
                <a:solidFill>
                  <a:srgbClr val="1F2937"/>
                </a:solidFill>
                <a:latin typeface="Calibri"/>
              </a:rPr>
              <a:t>por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 </a:t>
            </a:r>
            <a:r>
              <a:rPr lang="es-ES" sz="1200" b="0" i="0">
                <a:solidFill>
                  <a:srgbClr val="1F2937"/>
                </a:solidFill>
                <a:latin typeface="Calibri"/>
              </a:rPr>
              <a:t>rol</a:t>
            </a:r>
            <a:r>
              <a:rPr lang="es-ES" sz="1200">
                <a:solidFill>
                  <a:srgbClr val="1F2937"/>
                </a:solidFill>
                <a:latin typeface="Calibri"/>
              </a:rPr>
              <a:t> 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y JDBC </a:t>
            </a:r>
            <a:r>
              <a:rPr sz="1200" b="0" i="0" err="1">
                <a:solidFill>
                  <a:srgbClr val="1F2937"/>
                </a:solidFill>
                <a:latin typeface="Calibri"/>
              </a:rPr>
              <a:t>directo</a:t>
            </a:r>
            <a:endParaRPr lang="en-US" sz="1200" b="0" i="0" err="1">
              <a:solidFill>
                <a:srgbClr val="1F2937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6" name="Picture 5" descr="A diagram of a company&#10;&#10;AI-generated content may be incorrect.">
            <a:extLst>
              <a:ext uri="{FF2B5EF4-FFF2-40B4-BE49-F238E27FC236}">
                <a16:creationId xmlns:a16="http://schemas.microsoft.com/office/drawing/2014/main" id="{209E2C7B-0ADC-23BC-B2C3-298AB9A684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" y="944241"/>
            <a:ext cx="7846787" cy="5268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210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296ED-3937-3362-DA07-CECF70964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DF80CEF-83AE-83A5-5682-23F9AF0871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405" y="1"/>
            <a:ext cx="12206418" cy="802886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AE8C15B4-2A23-8AFE-2AD7-13912E3A20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400" y="100584"/>
            <a:ext cx="719254" cy="6000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C63854-BAAC-1B93-6BB2-BDFE569FA4D8}"/>
              </a:ext>
            </a:extLst>
          </p:cNvPr>
          <p:cNvSpPr txBox="1"/>
          <p:nvPr/>
        </p:nvSpPr>
        <p:spPr>
          <a:xfrm>
            <a:off x="365760" y="155448"/>
            <a:ext cx="1042416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Helvetica"/>
                <a:ea typeface="Calibri"/>
                <a:cs typeface="helvetica"/>
              </a:rPr>
              <a:t>5.4 Vista de desarrollo · Componentes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8DC261-17B0-2BE6-198A-27AEF8B79ACF}"/>
              </a:ext>
            </a:extLst>
          </p:cNvPr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Proyecto Ingeniería de Software II   •   Grupo 20   •   Minimarket Antucayen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8DEB55-141B-D113-578B-3962CF8C68E2}"/>
              </a:ext>
            </a:extLst>
          </p:cNvPr>
          <p:cNvSpPr txBox="1"/>
          <p:nvPr/>
        </p:nvSpPr>
        <p:spPr>
          <a:xfrm>
            <a:off x="10789920" y="6446520"/>
            <a:ext cx="914400" cy="1938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lang="en-US" sz="900" b="1">
                <a:solidFill>
                  <a:srgbClr val="94A3B8"/>
                </a:solidFill>
                <a:latin typeface="Calibri"/>
              </a:rPr>
              <a:t>13 </a:t>
            </a:r>
            <a:r>
              <a:rPr sz="900" b="1" i="0">
                <a:solidFill>
                  <a:srgbClr val="94A3B8"/>
                </a:solidFill>
                <a:latin typeface="Calibri"/>
              </a:rPr>
              <a:t>/ 24</a:t>
            </a:r>
          </a:p>
        </p:txBody>
      </p:sp>
      <p:pic>
        <p:nvPicPr>
          <p:cNvPr id="10" name="Picture 9" descr="image5.png">
            <a:extLst>
              <a:ext uri="{FF2B5EF4-FFF2-40B4-BE49-F238E27FC236}">
                <a16:creationId xmlns:a16="http://schemas.microsoft.com/office/drawing/2014/main" id="{4C963634-518C-C0C2-CB21-E363F7A702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295113"/>
            <a:ext cx="7589520" cy="4679252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6617208-7EEF-90FF-1E58-A15B7916F9BE}"/>
              </a:ext>
            </a:extLst>
          </p:cNvPr>
          <p:cNvSpPr txBox="1"/>
          <p:nvPr/>
        </p:nvSpPr>
        <p:spPr>
          <a:xfrm>
            <a:off x="8275320" y="1051560"/>
            <a:ext cx="34290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Georgia"/>
              </a:rPr>
              <a:t>Figura 4.25 · Cuatro capas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702A22-8FD2-1C27-A3E4-4DA2661C9789}"/>
              </a:ext>
            </a:extLst>
          </p:cNvPr>
          <p:cNvSpPr txBox="1"/>
          <p:nvPr/>
        </p:nvSpPr>
        <p:spPr>
          <a:xfrm>
            <a:off x="8275320" y="1463040"/>
            <a:ext cx="3429000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Presentación · Controlador y servicio · Acceso a datos · Datos. La estructura de capas se mantiene desde los incrementos anteriores.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79CBF9-A4FA-D7F1-7987-0FBA7487DFCC}"/>
              </a:ext>
            </a:extLst>
          </p:cNvPr>
          <p:cNvSpPr/>
          <p:nvPr/>
        </p:nvSpPr>
        <p:spPr>
          <a:xfrm>
            <a:off x="8275320" y="2697480"/>
            <a:ext cx="342900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E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2159B7-3740-6A4F-F06D-B0D8B90B001D}"/>
              </a:ext>
            </a:extLst>
          </p:cNvPr>
          <p:cNvSpPr/>
          <p:nvPr/>
        </p:nvSpPr>
        <p:spPr>
          <a:xfrm>
            <a:off x="8275320" y="2697480"/>
            <a:ext cx="73152" cy="3520440"/>
          </a:xfrm>
          <a:prstGeom prst="rect">
            <a:avLst/>
          </a:prstGeom>
          <a:solidFill>
            <a:srgbClr val="8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B760AD-3345-8E09-098A-35E80CAF6086}"/>
              </a:ext>
            </a:extLst>
          </p:cNvPr>
          <p:cNvSpPr txBox="1"/>
          <p:nvPr/>
        </p:nvSpPr>
        <p:spPr>
          <a:xfrm>
            <a:off x="8458200" y="2788920"/>
            <a:ext cx="31546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A88444"/>
                </a:solidFill>
                <a:latin typeface="Calibri"/>
              </a:rPr>
              <a:t>COMPONENTES DEL INCREMENTO 3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25D228D-C8EF-B867-D673-F705EF8968D7}"/>
              </a:ext>
            </a:extLst>
          </p:cNvPr>
          <p:cNvSpPr/>
          <p:nvPr/>
        </p:nvSpPr>
        <p:spPr>
          <a:xfrm>
            <a:off x="8458200" y="3282696"/>
            <a:ext cx="128016" cy="128016"/>
          </a:xfrm>
          <a:prstGeom prst="ellipse">
            <a:avLst/>
          </a:prstGeom>
          <a:solidFill>
            <a:srgbClr val="8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8F77CA-206E-7A7C-F29E-899C74910494}"/>
              </a:ext>
            </a:extLst>
          </p:cNvPr>
          <p:cNvSpPr txBox="1"/>
          <p:nvPr/>
        </p:nvSpPr>
        <p:spPr>
          <a:xfrm>
            <a:off x="8714232" y="3154680"/>
            <a:ext cx="2898648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ControladorVenta: flujo del punto de venta (CU-75 a CU-83)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4E653E2-7D8E-8E2A-A12E-2F4EA98753E1}"/>
              </a:ext>
            </a:extLst>
          </p:cNvPr>
          <p:cNvSpPr/>
          <p:nvPr/>
        </p:nvSpPr>
        <p:spPr>
          <a:xfrm>
            <a:off x="8458200" y="4014215"/>
            <a:ext cx="128016" cy="128016"/>
          </a:xfrm>
          <a:prstGeom prst="ellipse">
            <a:avLst/>
          </a:prstGeom>
          <a:solidFill>
            <a:srgbClr val="8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D2EF2D-C1DB-3EDE-4C0A-707C13B1FF5E}"/>
              </a:ext>
            </a:extLst>
          </p:cNvPr>
          <p:cNvSpPr txBox="1"/>
          <p:nvPr/>
        </p:nvSpPr>
        <p:spPr>
          <a:xfrm>
            <a:off x="8714232" y="3886200"/>
            <a:ext cx="2898648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VentaDAO, ItemVentaDAO y PagoVentaDAO para el módulo de venta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70109F7-A9CF-0EE3-1802-5A82F0F177D4}"/>
              </a:ext>
            </a:extLst>
          </p:cNvPr>
          <p:cNvSpPr/>
          <p:nvPr/>
        </p:nvSpPr>
        <p:spPr>
          <a:xfrm>
            <a:off x="8458200" y="4745736"/>
            <a:ext cx="128016" cy="128016"/>
          </a:xfrm>
          <a:prstGeom prst="ellipse">
            <a:avLst/>
          </a:prstGeom>
          <a:solidFill>
            <a:srgbClr val="8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BDD3ED-9048-9F7E-5498-E6A676044A6D}"/>
              </a:ext>
            </a:extLst>
          </p:cNvPr>
          <p:cNvSpPr txBox="1"/>
          <p:nvPr/>
        </p:nvSpPr>
        <p:spPr>
          <a:xfrm>
            <a:off x="8714232" y="4617720"/>
            <a:ext cx="2898648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ControladorAjusteInventario: reversión, historial y archivos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D5B2A65-0681-CEB6-5967-C4C0E44A1ABD}"/>
              </a:ext>
            </a:extLst>
          </p:cNvPr>
          <p:cNvSpPr/>
          <p:nvPr/>
        </p:nvSpPr>
        <p:spPr>
          <a:xfrm>
            <a:off x="8458200" y="5477256"/>
            <a:ext cx="128016" cy="128016"/>
          </a:xfrm>
          <a:prstGeom prst="ellipse">
            <a:avLst/>
          </a:prstGeom>
          <a:solidFill>
            <a:srgbClr val="8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E62E3E-B2FF-88E5-1BB8-C47485AACD71}"/>
              </a:ext>
            </a:extLst>
          </p:cNvPr>
          <p:cNvSpPr txBox="1"/>
          <p:nvPr/>
        </p:nvSpPr>
        <p:spPr>
          <a:xfrm>
            <a:off x="8714232" y="5349240"/>
            <a:ext cx="2898648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Validación de permisos por rol (RBAC) y JDBC directo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5E5B16-DF36-6101-E69B-5C1F8732CF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" y="944241"/>
            <a:ext cx="11820072" cy="5268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0643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788A4-1AFA-46FE-803B-7CEACB602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9A4879CF-3A22-F804-83AF-8C8A4D79000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406" y="1"/>
            <a:ext cx="12111169" cy="802886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9309D36A-F81F-CD68-1223-5355D3D3C3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400" y="100584"/>
            <a:ext cx="719254" cy="6000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637EEF-3BC1-4EFA-64F1-CDCC205A929A}"/>
              </a:ext>
            </a:extLst>
          </p:cNvPr>
          <p:cNvSpPr txBox="1"/>
          <p:nvPr/>
        </p:nvSpPr>
        <p:spPr>
          <a:xfrm>
            <a:off x="365760" y="155448"/>
            <a:ext cx="10424160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Helvetica"/>
                <a:ea typeface="Calibri"/>
                <a:cs typeface="helvetica"/>
              </a:rPr>
              <a:t>5.5 Vista física · Despliegue</a:t>
            </a:r>
            <a:endParaRPr lang="en-US" sz="2400" err="1">
              <a:solidFill>
                <a:schemeClr val="bg1"/>
              </a:solidFill>
              <a:latin typeface="helvetica"/>
              <a:cs typeface="helvetic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Proyecto Ingeniería de Software II   •   Grupo 20   •   Minimarket Antucayen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1" i="0">
                <a:solidFill>
                  <a:srgbClr val="94A3B8"/>
                </a:solidFill>
                <a:latin typeface="Calibri"/>
              </a:rPr>
              <a:t>13 / 24</a:t>
            </a:r>
          </a:p>
        </p:txBody>
      </p:sp>
      <p:pic>
        <p:nvPicPr>
          <p:cNvPr id="10" name="Picture 9" descr="image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497" y="1051560"/>
            <a:ext cx="7209164" cy="516636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7909560" y="1051560"/>
            <a:ext cx="37947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Georgia"/>
              </a:rPr>
              <a:t>Figura 4.26 · Red LAN local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1463040"/>
            <a:ext cx="379476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Sin modificaciones estructurales desde el Documento 0.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103120"/>
            <a:ext cx="379476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09560" y="2103120"/>
            <a:ext cx="73152" cy="4114800"/>
          </a:xfrm>
          <a:prstGeom prst="rect">
            <a:avLst/>
          </a:prstGeom>
          <a:solidFill>
            <a:srgbClr val="8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092440" y="2368296"/>
            <a:ext cx="128016" cy="128016"/>
          </a:xfrm>
          <a:prstGeom prst="ellipse">
            <a:avLst/>
          </a:prstGeom>
          <a:solidFill>
            <a:srgbClr val="8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48471" y="2240280"/>
            <a:ext cx="3264408" cy="4247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3 </a:t>
            </a:r>
            <a:r>
              <a:rPr sz="1200" b="0" i="0" err="1">
                <a:solidFill>
                  <a:srgbClr val="1F2937"/>
                </a:solidFill>
                <a:latin typeface="Calibri"/>
              </a:rPr>
              <a:t>computadores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: </a:t>
            </a:r>
            <a:r>
              <a:rPr sz="1200" b="0" i="0" err="1">
                <a:solidFill>
                  <a:srgbClr val="1F2937"/>
                </a:solidFill>
                <a:latin typeface="Calibri"/>
              </a:rPr>
              <a:t>Administrador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 servidor de base de datos</a:t>
            </a:r>
            <a:r>
              <a:rPr lang="en-US" sz="1200">
                <a:solidFill>
                  <a:srgbClr val="1F2937"/>
                </a:solidFill>
                <a:latin typeface="Calibri"/>
              </a:rPr>
              <a:t>,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 </a:t>
            </a:r>
            <a:r>
              <a:rPr sz="1200" b="0" i="0" err="1">
                <a:solidFill>
                  <a:srgbClr val="1F2937"/>
                </a:solidFill>
                <a:latin typeface="Calibri"/>
              </a:rPr>
              <a:t>Bodeguero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 y Cajero</a:t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136391"/>
            <a:ext cx="128016" cy="128016"/>
          </a:xfrm>
          <a:prstGeom prst="ellipse">
            <a:avLst/>
          </a:prstGeom>
          <a:solidFill>
            <a:srgbClr val="8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48471" y="3008376"/>
            <a:ext cx="3264408" cy="7680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cliente-swing.jar sobre JVM 25 en los tres puestos</a:t>
            </a:r>
          </a:p>
        </p:txBody>
      </p:sp>
      <p:sp>
        <p:nvSpPr>
          <p:cNvPr id="19" name="Oval 18"/>
          <p:cNvSpPr/>
          <p:nvPr/>
        </p:nvSpPr>
        <p:spPr>
          <a:xfrm>
            <a:off x="8092440" y="3904487"/>
            <a:ext cx="128016" cy="128016"/>
          </a:xfrm>
          <a:prstGeom prst="ellipse">
            <a:avLst/>
          </a:prstGeom>
          <a:solidFill>
            <a:srgbClr val="8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48471" y="3776472"/>
            <a:ext cx="3264408" cy="7680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MariaDB 10.6+ con minimarket_db, vía JDBC en la red local</a:t>
            </a:r>
          </a:p>
        </p:txBody>
      </p:sp>
      <p:sp>
        <p:nvSpPr>
          <p:cNvPr id="21" name="Oval 20"/>
          <p:cNvSpPr/>
          <p:nvPr/>
        </p:nvSpPr>
        <p:spPr>
          <a:xfrm>
            <a:off x="8092440" y="4672583"/>
            <a:ext cx="128016" cy="128016"/>
          </a:xfrm>
          <a:prstGeom prst="ellipse">
            <a:avLst/>
          </a:prstGeom>
          <a:solidFill>
            <a:srgbClr val="8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48471" y="4544568"/>
            <a:ext cx="3264408" cy="7680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2 lectores de código de barras USB HID</a:t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440679"/>
            <a:ext cx="128016" cy="128016"/>
          </a:xfrm>
          <a:prstGeom prst="ellipse">
            <a:avLst/>
          </a:prstGeom>
          <a:solidFill>
            <a:srgbClr val="8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48471" y="5312664"/>
            <a:ext cx="3264408" cy="7680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NAS: respaldo diario de la base de datos</a:t>
            </a:r>
          </a:p>
        </p:txBody>
      </p:sp>
    </p:spTree>
    <p:extLst>
      <p:ext uri="{BB962C8B-B14F-4D97-AF65-F5344CB8AC3E}">
        <p14:creationId xmlns:p14="http://schemas.microsoft.com/office/powerpoint/2010/main" val="12919346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90102-D45D-9D20-4D13-1F82ABF3B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98EE8F16-CAF4-E2CC-B334-6B560ACA699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406" y="1"/>
            <a:ext cx="12111169" cy="802886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173F4A81-67C6-BD48-EA9A-8ED7DE5C73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400" y="100584"/>
            <a:ext cx="719254" cy="6000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B7E451B-5C3B-8CD1-C37C-3B64587EEC95}"/>
              </a:ext>
            </a:extLst>
          </p:cNvPr>
          <p:cNvSpPr txBox="1"/>
          <p:nvPr/>
        </p:nvSpPr>
        <p:spPr>
          <a:xfrm>
            <a:off x="365760" y="155448"/>
            <a:ext cx="1042416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Helvetica"/>
                <a:ea typeface="Calibri"/>
                <a:cs typeface="helvetica"/>
              </a:rPr>
              <a:t>5.6 Árbol de navegación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Proyecto Ingeniería de Software II   •   Grupo 20   •   Minimarket Antucayen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1" i="0">
                <a:solidFill>
                  <a:srgbClr val="94A3B8"/>
                </a:solidFill>
                <a:latin typeface="Calibri"/>
              </a:rPr>
              <a:t>14 / 24</a:t>
            </a:r>
          </a:p>
        </p:txBody>
      </p:sp>
      <p:pic>
        <p:nvPicPr>
          <p:cNvPr id="10" name="Picture 9" descr="image4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694" y="1005840"/>
            <a:ext cx="5264051" cy="525780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766560" y="1051560"/>
            <a:ext cx="49377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Georgia"/>
              </a:rPr>
              <a:t>Figura 4.27 · Menú según el perfil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463040"/>
            <a:ext cx="493776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El árbol parte del inicio de sesión y despliega el menú del perfil. El color indica el incremento en que se incorporó cada pantalla.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2514600"/>
            <a:ext cx="493776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766560" y="2514600"/>
            <a:ext cx="73152" cy="3703320"/>
          </a:xfrm>
          <a:prstGeom prst="rect">
            <a:avLst/>
          </a:prstGeom>
          <a:solidFill>
            <a:srgbClr val="8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49440" y="2606040"/>
            <a:ext cx="45720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A88444"/>
                </a:solidFill>
                <a:latin typeface="Calibri"/>
              </a:rPr>
              <a:t>PANTALLAS Y FUNCIONES DEL INCREMENTO 3</a:t>
            </a:r>
          </a:p>
        </p:txBody>
      </p:sp>
      <p:sp>
        <p:nvSpPr>
          <p:cNvPr id="16" name="Oval 15"/>
          <p:cNvSpPr/>
          <p:nvPr/>
        </p:nvSpPr>
        <p:spPr>
          <a:xfrm>
            <a:off x="6949440" y="3099815"/>
            <a:ext cx="128016" cy="128016"/>
          </a:xfrm>
          <a:prstGeom prst="ellipse">
            <a:avLst/>
          </a:prstGeom>
          <a:solidFill>
            <a:srgbClr val="8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05472" y="2971800"/>
            <a:ext cx="4407407" cy="60350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Exportación de ítems válidos y descarga de plantilla</a:t>
            </a:r>
          </a:p>
        </p:txBody>
      </p:sp>
      <p:sp>
        <p:nvSpPr>
          <p:cNvPr id="18" name="Oval 17"/>
          <p:cNvSpPr/>
          <p:nvPr/>
        </p:nvSpPr>
        <p:spPr>
          <a:xfrm>
            <a:off x="6949440" y="3703320"/>
            <a:ext cx="128016" cy="128016"/>
          </a:xfrm>
          <a:prstGeom prst="ellipse">
            <a:avLst/>
          </a:prstGeom>
          <a:solidFill>
            <a:srgbClr val="8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05472" y="3575304"/>
            <a:ext cx="4407407" cy="60350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Opción de revertir ajustes en el historial</a:t>
            </a:r>
          </a:p>
        </p:txBody>
      </p:sp>
      <p:sp>
        <p:nvSpPr>
          <p:cNvPr id="20" name="Oval 19"/>
          <p:cNvSpPr/>
          <p:nvPr/>
        </p:nvSpPr>
        <p:spPr>
          <a:xfrm>
            <a:off x="6949440" y="4306824"/>
            <a:ext cx="128016" cy="128016"/>
          </a:xfrm>
          <a:prstGeom prst="ellipse">
            <a:avLst/>
          </a:prstGeom>
          <a:solidFill>
            <a:srgbClr val="8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05472" y="4178808"/>
            <a:ext cx="4407407" cy="60350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Consulta de stock e historial por producto</a:t>
            </a:r>
          </a:p>
        </p:txBody>
      </p:sp>
      <p:sp>
        <p:nvSpPr>
          <p:cNvPr id="22" name="Oval 21"/>
          <p:cNvSpPr/>
          <p:nvPr/>
        </p:nvSpPr>
        <p:spPr>
          <a:xfrm>
            <a:off x="6949440" y="4910327"/>
            <a:ext cx="128016" cy="128016"/>
          </a:xfrm>
          <a:prstGeom prst="ellipse">
            <a:avLst/>
          </a:prstGeom>
          <a:solidFill>
            <a:srgbClr val="8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05472" y="4782312"/>
            <a:ext cx="4407407" cy="60350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Vista de reportes con exportación a Excel</a:t>
            </a:r>
          </a:p>
        </p:txBody>
      </p:sp>
      <p:sp>
        <p:nvSpPr>
          <p:cNvPr id="24" name="Oval 23"/>
          <p:cNvSpPr/>
          <p:nvPr/>
        </p:nvSpPr>
        <p:spPr>
          <a:xfrm>
            <a:off x="6949440" y="5513831"/>
            <a:ext cx="128016" cy="128016"/>
          </a:xfrm>
          <a:prstGeom prst="ellipse">
            <a:avLst/>
          </a:prstGeom>
          <a:solidFill>
            <a:srgbClr val="8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05472" y="5385816"/>
            <a:ext cx="4407407" cy="60350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Punto de venta del Cajero</a:t>
            </a:r>
          </a:p>
        </p:txBody>
      </p:sp>
    </p:spTree>
    <p:extLst>
      <p:ext uri="{BB962C8B-B14F-4D97-AF65-F5344CB8AC3E}">
        <p14:creationId xmlns:p14="http://schemas.microsoft.com/office/powerpoint/2010/main" val="26251444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3AE31-6380-0EE8-10D3-13AF3AD1A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5A15A55-51D0-5ECE-C6E6-CEC862EF74D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406" y="1"/>
            <a:ext cx="12111169" cy="802886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5F012117-DE4C-9885-081C-320DD916A5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400" y="100584"/>
            <a:ext cx="719254" cy="6000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6FBEDDE-1D93-7B2B-CAE0-EC933AF43165}"/>
              </a:ext>
            </a:extLst>
          </p:cNvPr>
          <p:cNvSpPr txBox="1"/>
          <p:nvPr/>
        </p:nvSpPr>
        <p:spPr>
          <a:xfrm>
            <a:off x="365760" y="155448"/>
            <a:ext cx="1042416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Helvetica"/>
                <a:ea typeface="Calibri"/>
                <a:cs typeface="helvetica"/>
              </a:rPr>
              <a:t>6. Matriz de trazabilidad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Proyecto Ingeniería de Software II   •   Grupo 20   •   Minimarket Antucayen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1" i="0">
                <a:solidFill>
                  <a:srgbClr val="94A3B8"/>
                </a:solidFill>
                <a:latin typeface="Calibri"/>
              </a:rPr>
              <a:t>15 / 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05840"/>
            <a:ext cx="1124712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i="1">
                <a:solidFill>
                  <a:srgbClr val="1F2937"/>
                </a:solidFill>
                <a:latin typeface="Georgia"/>
              </a:rPr>
              <a:t>UR ↔ CU ↔ </a:t>
            </a:r>
            <a:r>
              <a:rPr sz="1600" b="0" i="1" err="1">
                <a:solidFill>
                  <a:srgbClr val="1F2937"/>
                </a:solidFill>
                <a:latin typeface="Georgia"/>
              </a:rPr>
              <a:t>Diagramas</a:t>
            </a:r>
            <a:r>
              <a:rPr sz="1600" b="0" i="1">
                <a:solidFill>
                  <a:srgbClr val="1F2937"/>
                </a:solidFill>
                <a:latin typeface="Georgia"/>
              </a:rPr>
              <a:t> ↔ Tareas ↔ </a:t>
            </a:r>
            <a:r>
              <a:rPr sz="1600" b="0" i="1" err="1">
                <a:solidFill>
                  <a:srgbClr val="1F2937"/>
                </a:solidFill>
                <a:latin typeface="Georgia"/>
              </a:rPr>
              <a:t>Verificación</a:t>
            </a:r>
            <a:endParaRPr lang="en-US" sz="1600" b="0" i="1" err="1">
              <a:solidFill>
                <a:srgbClr val="1F2937"/>
              </a:solidFill>
              <a:latin typeface="Georgia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7200" y="1600200"/>
            <a:ext cx="19202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82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1627632"/>
            <a:ext cx="548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A88444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874519"/>
            <a:ext cx="17373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Georgia"/>
              </a:rPr>
              <a:t>Requerimiento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258568"/>
            <a:ext cx="173736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UR-ESA · sección 2.5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1874519"/>
            <a:ext cx="3657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000" b="1" i="0">
                <a:solidFill>
                  <a:srgbClr val="820000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1600200"/>
            <a:ext cx="19202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82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52928" y="1627632"/>
            <a:ext cx="548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A88444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52928" y="1874519"/>
            <a:ext cx="17373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Georgia"/>
              </a:rPr>
              <a:t>Caso de uso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52928" y="2258568"/>
            <a:ext cx="173736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Secciones 2.4 y 2.7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1874519"/>
            <a:ext cx="3657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000" b="1" i="0">
                <a:solidFill>
                  <a:srgbClr val="820000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0" y="1600200"/>
            <a:ext cx="19202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82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38928" y="1627632"/>
            <a:ext cx="548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A88444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38928" y="1874519"/>
            <a:ext cx="17373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Georgia"/>
              </a:rPr>
              <a:t>Diagramas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38928" y="2258568"/>
            <a:ext cx="173736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CU, extendido y secuencia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1874519"/>
            <a:ext cx="3657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000" b="1" i="0">
                <a:solidFill>
                  <a:srgbClr val="820000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1600200"/>
            <a:ext cx="19202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82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24927" y="1627632"/>
            <a:ext cx="548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A88444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4927" y="1874519"/>
            <a:ext cx="17373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Georgia"/>
              </a:rPr>
              <a:t>Tareas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4927" y="2258568"/>
            <a:ext cx="173736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Sprint Backlog · Tabla 3.1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1874519"/>
            <a:ext cx="3657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000" b="1" i="0">
                <a:solidFill>
                  <a:srgbClr val="820000"/>
                </a:solidFill>
                <a:latin typeface="Calibri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1200" y="1600200"/>
            <a:ext cx="19202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82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710928" y="1627632"/>
            <a:ext cx="548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A88444"/>
                </a:solidFill>
                <a:latin typeface="Calibr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10928" y="1874519"/>
            <a:ext cx="17373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Georgia"/>
              </a:rPr>
              <a:t>Verificación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10928" y="2258568"/>
            <a:ext cx="173736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Anexo A.3 · capítulo 5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9752539"/>
              </p:ext>
            </p:extLst>
          </p:nvPr>
        </p:nvGraphicFramePr>
        <p:xfrm>
          <a:off x="457200" y="2926080"/>
          <a:ext cx="11247120" cy="2194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UR</a:t>
                      </a:r>
                    </a:p>
                  </a:txBody>
                  <a:tcPr marL="54864" marR="54864" marT="22860" marB="22860" anchor="ctr">
                    <a:solidFill>
                      <a:srgbClr val="8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CU</a:t>
                      </a:r>
                    </a:p>
                  </a:txBody>
                  <a:tcPr marL="54864" marR="54864" marT="22860" marB="22860" anchor="ctr">
                    <a:solidFill>
                      <a:srgbClr val="8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Espec. UR</a:t>
                      </a:r>
                    </a:p>
                  </a:txBody>
                  <a:tcPr marL="54864" marR="54864" marT="22860" marB="22860" anchor="ctr">
                    <a:solidFill>
                      <a:srgbClr val="8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err="1">
                          <a:solidFill>
                            <a:srgbClr val="FFFFFF"/>
                          </a:solidFill>
                          <a:latin typeface="Calibri"/>
                        </a:rPr>
                        <a:t>Diagrama</a:t>
                      </a: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 CU</a:t>
                      </a:r>
                    </a:p>
                  </a:txBody>
                  <a:tcPr marL="54864" marR="54864" marT="22860" marB="22860" anchor="ctr">
                    <a:solidFill>
                      <a:srgbClr val="8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CU </a:t>
                      </a:r>
                      <a:r>
                        <a:rPr sz="1200" b="1" err="1">
                          <a:solidFill>
                            <a:srgbClr val="FFFFFF"/>
                          </a:solidFill>
                          <a:latin typeface="Calibri"/>
                        </a:rPr>
                        <a:t>extendido</a:t>
                      </a:r>
                    </a:p>
                  </a:txBody>
                  <a:tcPr marL="54864" marR="54864" marT="22860" marB="22860" anchor="ctr">
                    <a:solidFill>
                      <a:srgbClr val="8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err="1">
                          <a:solidFill>
                            <a:srgbClr val="FFFFFF"/>
                          </a:solidFill>
                          <a:latin typeface="Calibri"/>
                        </a:rPr>
                        <a:t>Secuencia</a:t>
                      </a:r>
                    </a:p>
                  </a:txBody>
                  <a:tcPr marL="54864" marR="54864" marT="22860" marB="22860" anchor="ctr">
                    <a:solidFill>
                      <a:srgbClr val="8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Tareas del sprint</a:t>
                      </a:r>
                    </a:p>
                  </a:txBody>
                  <a:tcPr marL="54864" marR="54864" marT="22860" marB="22860" anchor="ctr">
                    <a:solidFill>
                      <a:srgbClr val="8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err="1">
                          <a:solidFill>
                            <a:srgbClr val="FFFFFF"/>
                          </a:solidFill>
                          <a:latin typeface="Calibri"/>
                        </a:rPr>
                        <a:t>Verificación</a:t>
                      </a:r>
                    </a:p>
                  </a:txBody>
                  <a:tcPr marL="54864" marR="54864" marT="22860" marB="22860" anchor="ctr">
                    <a:solidFill>
                      <a:srgbClr val="82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UR-25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CU-62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err="1">
                          <a:solidFill>
                            <a:srgbClr val="1F2937"/>
                          </a:solidFill>
                          <a:latin typeface="Calibri"/>
                        </a:rPr>
                        <a:t>Tabla</a:t>
                      </a:r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 2.5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Fig. 2.1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err="1">
                          <a:solidFill>
                            <a:srgbClr val="1F2937"/>
                          </a:solidFill>
                          <a:latin typeface="Calibri"/>
                        </a:rPr>
                        <a:t>Tabla</a:t>
                      </a:r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 2.27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Fig. 4.3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2.1, 3.1, 4.1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7.1 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UR-46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CU-67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err="1">
                          <a:solidFill>
                            <a:srgbClr val="1F2937"/>
                          </a:solidFill>
                          <a:latin typeface="Calibri"/>
                        </a:rPr>
                        <a:t>Tabla</a:t>
                      </a:r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 2.10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Fig. 2.6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err="1">
                          <a:solidFill>
                            <a:srgbClr val="1F2937"/>
                          </a:solidFill>
                          <a:latin typeface="Calibri"/>
                        </a:rPr>
                        <a:t>Tabla</a:t>
                      </a:r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 2.32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Fig. 4.8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2.3, 3.2, 4.2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7.2 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UR-60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CU-73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err="1">
                          <a:solidFill>
                            <a:srgbClr val="1F2937"/>
                          </a:solidFill>
                          <a:latin typeface="Calibri"/>
                        </a:rPr>
                        <a:t>Tabla</a:t>
                      </a:r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 2.16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Fig. 2.12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err="1">
                          <a:solidFill>
                            <a:srgbClr val="1F2937"/>
                          </a:solidFill>
                          <a:latin typeface="Calibri"/>
                        </a:rPr>
                        <a:t>Tabla</a:t>
                      </a:r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 2.38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Fig. 4.14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2.5, 3.4, 4.4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7.4 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UR-68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CU-79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err="1">
                          <a:solidFill>
                            <a:srgbClr val="1F2937"/>
                          </a:solidFill>
                          <a:latin typeface="Calibri"/>
                        </a:rPr>
                        <a:t>Tabla</a:t>
                      </a:r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 2.22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Fig. 2.18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err="1">
                          <a:solidFill>
                            <a:srgbClr val="1F2937"/>
                          </a:solidFill>
                          <a:latin typeface="Calibri"/>
                        </a:rPr>
                        <a:t>Tabla</a:t>
                      </a:r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 2.44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Fig. 4.20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457200" y="5212080"/>
            <a:ext cx="1124712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Los 22 UR tienen especificación, diagrama de caso de uso, caso de uso extendido y diagrama de secuencia. El guion indica que el Sprint Backlog no registra tareas para ese requerimiento.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852160"/>
            <a:ext cx="11247120" cy="38404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4360" y="5931845"/>
            <a:ext cx="10972800" cy="224677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22 UR  ·  22 CU  ·  12 UR con </a:t>
            </a:r>
            <a:r>
              <a:rPr sz="1100" b="1" i="0" err="1">
                <a:solidFill>
                  <a:srgbClr val="FFFFFF"/>
                </a:solidFill>
                <a:latin typeface="Calibri"/>
              </a:rPr>
              <a:t>tareas</a:t>
            </a:r>
            <a:r>
              <a:rPr sz="1100" b="1" i="0">
                <a:solidFill>
                  <a:srgbClr val="FFFFFF"/>
                </a:solidFill>
                <a:latin typeface="Calibri"/>
              </a:rPr>
              <a:t> y </a:t>
            </a:r>
            <a:r>
              <a:rPr sz="1100" b="1" i="0" err="1">
                <a:solidFill>
                  <a:srgbClr val="FFFFFF"/>
                </a:solidFill>
                <a:latin typeface="Calibri"/>
              </a:rPr>
              <a:t>verificación</a:t>
            </a:r>
            <a:r>
              <a:rPr sz="1100" b="1" i="0">
                <a:solidFill>
                  <a:srgbClr val="FFFFFF"/>
                </a:solidFill>
                <a:latin typeface="Calibri"/>
              </a:rPr>
              <a:t> </a:t>
            </a:r>
            <a:r>
              <a:rPr sz="1100" b="1" i="0" err="1">
                <a:solidFill>
                  <a:srgbClr val="FFFFFF"/>
                </a:solidFill>
                <a:latin typeface="Calibri"/>
              </a:rPr>
              <a:t>planificadas</a:t>
            </a:r>
            <a:r>
              <a:rPr sz="1100" b="1" i="0">
                <a:solidFill>
                  <a:srgbClr val="FFFFFF"/>
                </a:solidFill>
                <a:latin typeface="Calibri"/>
              </a:rPr>
              <a:t>  ·  10 UR sin </a:t>
            </a:r>
            <a:r>
              <a:rPr sz="1100" b="1" i="0" err="1">
                <a:solidFill>
                  <a:srgbClr val="FFFFFF"/>
                </a:solidFill>
                <a:latin typeface="Calibri"/>
              </a:rPr>
              <a:t>tareas</a:t>
            </a:r>
            <a:r>
              <a:rPr sz="1100" b="1" i="0">
                <a:solidFill>
                  <a:srgbClr val="FFFFFF"/>
                </a:solidFill>
                <a:latin typeface="Calibri"/>
              </a:rPr>
              <a:t> </a:t>
            </a:r>
            <a:r>
              <a:rPr sz="1100" b="1" i="0" err="1">
                <a:solidFill>
                  <a:srgbClr val="FFFFFF"/>
                </a:solidFill>
                <a:latin typeface="Calibri"/>
              </a:rPr>
              <a:t>en</a:t>
            </a:r>
            <a:r>
              <a:rPr sz="1100" b="1" i="0">
                <a:solidFill>
                  <a:srgbClr val="FFFFFF"/>
                </a:solidFill>
                <a:latin typeface="Calibri"/>
              </a:rPr>
              <a:t> el sprint UR-36 y UR-64 a UR-72</a:t>
            </a:r>
          </a:p>
        </p:txBody>
      </p:sp>
    </p:spTree>
    <p:extLst>
      <p:ext uri="{BB962C8B-B14F-4D97-AF65-F5344CB8AC3E}">
        <p14:creationId xmlns:p14="http://schemas.microsoft.com/office/powerpoint/2010/main" val="278791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BB3C8-962B-B86B-056D-042FA5A6A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9AE93233-E28C-B1F1-BBDC-F16BB870B15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406" y="1"/>
            <a:ext cx="12111169" cy="802886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9C3A245E-D7DE-DF9E-CCE9-0631C55012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400" y="100584"/>
            <a:ext cx="719254" cy="600029"/>
          </a:xfrm>
          <a:prstGeom prst="rect">
            <a:avLst/>
          </a:prstGeom>
        </p:spPr>
      </p:pic>
      <p:sp>
        <p:nvSpPr>
          <p:cNvPr id="5" name="TextBox 2">
            <a:extLst>
              <a:ext uri="{FF2B5EF4-FFF2-40B4-BE49-F238E27FC236}">
                <a16:creationId xmlns:a16="http://schemas.microsoft.com/office/drawing/2014/main" id="{E5249166-A738-F856-36A9-41D1137C5BEB}"/>
              </a:ext>
            </a:extLst>
          </p:cNvPr>
          <p:cNvSpPr txBox="1"/>
          <p:nvPr/>
        </p:nvSpPr>
        <p:spPr>
          <a:xfrm>
            <a:off x="365760" y="155448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Helvetica"/>
              </a:rPr>
              <a:t>7. Traza UR-36 · CU-65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Proyecto Ingeniería de Software II   •   Grupo 20   •   Minimarket Antucayen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1" i="0">
                <a:solidFill>
                  <a:srgbClr val="94A3B8"/>
                </a:solidFill>
                <a:latin typeface="Calibri"/>
              </a:rPr>
              <a:t>16 / 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i="1">
                <a:solidFill>
                  <a:srgbClr val="1F2937"/>
                </a:solidFill>
                <a:latin typeface="Georgia"/>
              </a:rPr>
              <a:t>Descargando plantilla de importación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932688"/>
            <a:ext cx="22860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100" b="1" i="0">
                <a:solidFill>
                  <a:srgbClr val="A88444"/>
                </a:solidFill>
                <a:latin typeface="Calibri"/>
              </a:rPr>
              <a:t>Traza 1 / 3 · anexo A.5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2377440" cy="1691640"/>
          </a:xfrm>
          <a:prstGeom prst="rect">
            <a:avLst/>
          </a:prstGeom>
          <a:solidFill>
            <a:srgbClr val="F5EFE0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1399032"/>
            <a:ext cx="219456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 i="0">
                <a:solidFill>
                  <a:srgbClr val="A88444"/>
                </a:solidFill>
                <a:latin typeface="Calibri"/>
              </a:rPr>
              <a:t>PROBLEMA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645920"/>
            <a:ext cx="2194560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Sin un formato base, el usuario puede armar archivos de importación con columnas incorrectas.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1371600"/>
            <a:ext cx="2651760" cy="1691640"/>
          </a:xfrm>
          <a:prstGeom prst="rect">
            <a:avLst/>
          </a:prstGeom>
          <a:solidFill>
            <a:srgbClr val="FAFAFA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017520" y="1399032"/>
            <a:ext cx="2468879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 i="0">
                <a:solidFill>
                  <a:srgbClr val="A88444"/>
                </a:solidFill>
                <a:latin typeface="Calibri"/>
              </a:rPr>
              <a:t>REQUERIMIENTO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1645920"/>
            <a:ext cx="2468879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Descargar una plantilla de importación en Excel y CSV con las columnas SKU y cantidad.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0" y="1371600"/>
            <a:ext cx="2103120" cy="1691640"/>
          </a:xfrm>
          <a:prstGeom prst="rect">
            <a:avLst/>
          </a:prstGeom>
          <a:solidFill>
            <a:srgbClr val="FAFAFA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60720" y="1399032"/>
            <a:ext cx="1920239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 i="0">
                <a:solidFill>
                  <a:srgbClr val="A88444"/>
                </a:solidFill>
                <a:latin typeface="Calibri"/>
              </a:rPr>
              <a:t>CASO DE USO · ACTOR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1645920"/>
            <a:ext cx="1920239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Administrador y Bodeguero, desde el módulo de ajuste de inventario.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0" y="1371600"/>
            <a:ext cx="3840480" cy="1691640"/>
          </a:xfrm>
          <a:prstGeom prst="rect">
            <a:avLst/>
          </a:prstGeom>
          <a:solidFill>
            <a:srgbClr val="EAF5EC"/>
          </a:solidFill>
          <a:ln w="9525">
            <a:solidFill>
              <a:srgbClr val="7FB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55279" y="1399032"/>
            <a:ext cx="36576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  <a:latin typeface="Calibri"/>
              </a:rPr>
              <a:t>FLUJO DEL CASO DE USO EXTENDIDO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1627632"/>
            <a:ext cx="3657600" cy="1417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1. Ingresa al módulo de ajuste de inventario.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2. Selecciona la descarga de la plantilla.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3. Elige el formato Excel o CSV.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4. El sistema entrega la plantilla vacía y registra la operación (CU-66).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Alterno: si no se puede generar el archivo, se informa el error y queda registrado.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154680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A88444"/>
                </a:solidFill>
                <a:latin typeface="Calibri"/>
              </a:rPr>
              <a:t>DIAGRAMA DE SECUENCIA</a:t>
            </a:r>
          </a:p>
        </p:txBody>
      </p:sp>
      <p:pic>
        <p:nvPicPr>
          <p:cNvPr id="25" name="Picture 24" descr="image3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031" y="3429000"/>
            <a:ext cx="7886497" cy="251460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26" name="TextBox 25"/>
          <p:cNvSpPr txBox="1"/>
          <p:nvPr/>
        </p:nvSpPr>
        <p:spPr>
          <a:xfrm>
            <a:off x="457200" y="5961888"/>
            <a:ext cx="81381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00" b="0" i="1">
                <a:solidFill>
                  <a:srgbClr val="475569"/>
                </a:solidFill>
                <a:latin typeface="Calibri"/>
              </a:rPr>
              <a:t>Figura 4.6 · Diagrama de secuencia de CU-65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78240" y="3429000"/>
            <a:ext cx="2926080" cy="25146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778240" y="3429000"/>
            <a:ext cx="91440" cy="2514600"/>
          </a:xfrm>
          <a:prstGeom prst="rect">
            <a:avLst/>
          </a:prstGeom>
          <a:solidFill>
            <a:srgbClr val="8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006840" y="3520440"/>
            <a:ext cx="25603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C2A063"/>
                </a:solidFill>
                <a:latin typeface="Calibri"/>
              </a:rPr>
              <a:t>DIAGRAMAS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3776472"/>
            <a:ext cx="2560320" cy="39395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Figs. 2.4, 2.26 y 4.6 caso de uso, extendido y secuencia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4526280"/>
            <a:ext cx="25603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C2A063"/>
                </a:solidFill>
                <a:latin typeface="Calibri"/>
              </a:rPr>
              <a:t>PRUEBA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4782312"/>
            <a:ext cx="2560320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Sin tarea de verificación en el sprint
evidencia: Figuras 5.4 y 5.5</a:t>
            </a:r>
          </a:p>
        </p:txBody>
      </p:sp>
    </p:spTree>
    <p:extLst>
      <p:ext uri="{BB962C8B-B14F-4D97-AF65-F5344CB8AC3E}">
        <p14:creationId xmlns:p14="http://schemas.microsoft.com/office/powerpoint/2010/main" val="8475155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96C94-C3EF-03F8-C11C-B728468C3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702D88CA-6736-23D2-D560-0B4585B9DD9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406" y="1"/>
            <a:ext cx="12111169" cy="802886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49F9900D-C57B-6274-7B40-BD32CC47DC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400" y="100584"/>
            <a:ext cx="719254" cy="600029"/>
          </a:xfrm>
          <a:prstGeom prst="rect">
            <a:avLst/>
          </a:prstGeom>
        </p:spPr>
      </p:pic>
      <p:sp>
        <p:nvSpPr>
          <p:cNvPr id="5" name="TextBox 2">
            <a:extLst>
              <a:ext uri="{FF2B5EF4-FFF2-40B4-BE49-F238E27FC236}">
                <a16:creationId xmlns:a16="http://schemas.microsoft.com/office/drawing/2014/main" id="{A1119F5C-9303-6004-B0AD-74DC0B7E1E2A}"/>
              </a:ext>
            </a:extLst>
          </p:cNvPr>
          <p:cNvSpPr txBox="1"/>
          <p:nvPr/>
        </p:nvSpPr>
        <p:spPr>
          <a:xfrm>
            <a:off x="365760" y="155448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Helvetica"/>
              </a:rPr>
              <a:t>7. Traza UR-60 · CU-73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Proyecto Ingeniería de Software II   •   Grupo 20   •   Minimarket Antucayen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1" i="0">
                <a:solidFill>
                  <a:srgbClr val="94A3B8"/>
                </a:solidFill>
                <a:latin typeface="Calibri"/>
              </a:rPr>
              <a:t>17 / 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i="1">
                <a:solidFill>
                  <a:srgbClr val="1F2937"/>
                </a:solidFill>
                <a:latin typeface="Georgia"/>
              </a:rPr>
              <a:t>Generando reporte de movimientos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932688"/>
            <a:ext cx="22860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100" b="1" i="0">
                <a:solidFill>
                  <a:srgbClr val="A88444"/>
                </a:solidFill>
                <a:latin typeface="Calibri"/>
              </a:rPr>
              <a:t>Traza 2 / 3 · anexo A.5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2377440" cy="1691640"/>
          </a:xfrm>
          <a:prstGeom prst="rect">
            <a:avLst/>
          </a:prstGeom>
          <a:solidFill>
            <a:srgbClr val="F5EFE0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1399032"/>
            <a:ext cx="219456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 i="0">
                <a:solidFill>
                  <a:srgbClr val="A88444"/>
                </a:solidFill>
                <a:latin typeface="Calibri"/>
              </a:rPr>
              <a:t>PROBLEMA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645920"/>
            <a:ext cx="2194560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Sin el reporte no se puede revisar qué entradas, salidas y ajustes tuvo el inventario en un período.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1371600"/>
            <a:ext cx="2651760" cy="1691640"/>
          </a:xfrm>
          <a:prstGeom prst="rect">
            <a:avLst/>
          </a:prstGeom>
          <a:solidFill>
            <a:srgbClr val="FAFAFA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017520" y="1399032"/>
            <a:ext cx="2468879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 i="0">
                <a:solidFill>
                  <a:srgbClr val="A88444"/>
                </a:solidFill>
                <a:latin typeface="Calibri"/>
              </a:rPr>
              <a:t>REQUERIMIENTO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1645920"/>
            <a:ext cx="2468879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Generar un reporte de movimientos filtrable por rango de fechas, con fecha, hora, tipo, SKU, producto, cantidad y usuario.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0" y="1371600"/>
            <a:ext cx="2103120" cy="1691640"/>
          </a:xfrm>
          <a:prstGeom prst="rect">
            <a:avLst/>
          </a:prstGeom>
          <a:solidFill>
            <a:srgbClr val="FAFAFA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60720" y="1399032"/>
            <a:ext cx="1920239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 i="0">
                <a:solidFill>
                  <a:srgbClr val="A88444"/>
                </a:solidFill>
                <a:latin typeface="Calibri"/>
              </a:rPr>
              <a:t>CASO DE USO · ACTOR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1645920"/>
            <a:ext cx="1920239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Usuario autorizado: Administrador, Bodeguero o Cajero.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0" y="1371600"/>
            <a:ext cx="3840480" cy="1691640"/>
          </a:xfrm>
          <a:prstGeom prst="rect">
            <a:avLst/>
          </a:prstGeom>
          <a:solidFill>
            <a:srgbClr val="EAF5EC"/>
          </a:solidFill>
          <a:ln w="9525">
            <a:solidFill>
              <a:srgbClr val="7FB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55279" y="1399032"/>
            <a:ext cx="36576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  <a:latin typeface="Calibri"/>
              </a:rPr>
              <a:t>FLUJO DEL CASO DE USO EXTENDIDO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1627632"/>
            <a:ext cx="3657600" cy="1417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1. Selecciona el reporte e ingresa el rango de fechas.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2. El sistema consulta compras, ventas, ajustes y reversiones del rango.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3. El sistema muestra el detalle de cada movimiento.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Alterno: sin rango de fechas no se genera el reporte; sin resultados, la exportación queda deshabilitada.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154680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A88444"/>
                </a:solidFill>
                <a:latin typeface="Calibri"/>
              </a:rPr>
              <a:t>DIAGRAMA DE SECUENCIA</a:t>
            </a:r>
          </a:p>
        </p:txBody>
      </p:sp>
      <p:pic>
        <p:nvPicPr>
          <p:cNvPr id="25" name="Picture 24" descr="image4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" y="3429000"/>
            <a:ext cx="7543800" cy="251460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26" name="TextBox 25"/>
          <p:cNvSpPr txBox="1"/>
          <p:nvPr/>
        </p:nvSpPr>
        <p:spPr>
          <a:xfrm>
            <a:off x="457200" y="5961888"/>
            <a:ext cx="81381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00" b="0" i="1">
                <a:solidFill>
                  <a:srgbClr val="475569"/>
                </a:solidFill>
                <a:latin typeface="Calibri"/>
              </a:rPr>
              <a:t>Figura 4.14 · Diagrama de secuencia de CU-73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78240" y="3429000"/>
            <a:ext cx="2926080" cy="25146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778240" y="3429000"/>
            <a:ext cx="91440" cy="2514600"/>
          </a:xfrm>
          <a:prstGeom prst="rect">
            <a:avLst/>
          </a:prstGeom>
          <a:solidFill>
            <a:srgbClr val="8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006840" y="3520440"/>
            <a:ext cx="25603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C2A063"/>
                </a:solidFill>
                <a:latin typeface="Calibri"/>
              </a:rPr>
              <a:t>DIAGRAMAS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3776472"/>
            <a:ext cx="2560320" cy="39395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Figs. 2.12, 2.34 y 4.14 </a:t>
            </a:r>
            <a:r>
              <a:rPr sz="1100" b="0" i="0" err="1">
                <a:solidFill>
                  <a:srgbClr val="FFFFFF"/>
                </a:solidFill>
                <a:latin typeface="Calibri"/>
              </a:rPr>
              <a:t>caso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 de </a:t>
            </a:r>
            <a:r>
              <a:rPr sz="1100" b="0" i="0" err="1">
                <a:solidFill>
                  <a:srgbClr val="FFFFFF"/>
                </a:solidFill>
                <a:latin typeface="Calibri"/>
              </a:rPr>
              <a:t>uso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, extendido y secuencia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4526280"/>
            <a:ext cx="25603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C2A063"/>
                </a:solidFill>
                <a:latin typeface="Calibri"/>
              </a:rPr>
              <a:t>PRUEBA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4782312"/>
            <a:ext cx="2560320" cy="56323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Tarea 7.4 
Diego Lobos
</a:t>
            </a:r>
            <a:r>
              <a:rPr sz="1100" b="0" i="0" err="1">
                <a:solidFill>
                  <a:srgbClr val="FFFFFF"/>
                </a:solidFill>
                <a:latin typeface="Calibri"/>
              </a:rPr>
              <a:t>evidencia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: </a:t>
            </a:r>
            <a:r>
              <a:rPr sz="1100" b="0" i="0" err="1">
                <a:solidFill>
                  <a:srgbClr val="FFFFFF"/>
                </a:solidFill>
                <a:latin typeface="Calibri"/>
              </a:rPr>
              <a:t>Figura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 5.13</a:t>
            </a:r>
          </a:p>
        </p:txBody>
      </p:sp>
    </p:spTree>
    <p:extLst>
      <p:ext uri="{BB962C8B-B14F-4D97-AF65-F5344CB8AC3E}">
        <p14:creationId xmlns:p14="http://schemas.microsoft.com/office/powerpoint/2010/main" val="13635302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2055B-7340-A674-6062-887263783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DC67C2DE-CA0A-0B9F-C20C-807EC7AB345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406" y="1"/>
            <a:ext cx="12111169" cy="802886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F46EA5BD-9AC4-6214-598B-AD96F2AEE1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400" y="100584"/>
            <a:ext cx="719254" cy="600029"/>
          </a:xfrm>
          <a:prstGeom prst="rect">
            <a:avLst/>
          </a:prstGeom>
        </p:spPr>
      </p:pic>
      <p:sp>
        <p:nvSpPr>
          <p:cNvPr id="5" name="TextBox 2">
            <a:extLst>
              <a:ext uri="{FF2B5EF4-FFF2-40B4-BE49-F238E27FC236}">
                <a16:creationId xmlns:a16="http://schemas.microsoft.com/office/drawing/2014/main" id="{88FB5B68-4A1E-8552-4ED8-6A1F23C6E4E8}"/>
              </a:ext>
            </a:extLst>
          </p:cNvPr>
          <p:cNvSpPr txBox="1"/>
          <p:nvPr/>
        </p:nvSpPr>
        <p:spPr>
          <a:xfrm>
            <a:off x="365760" y="155448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Helvetica"/>
              </a:rPr>
              <a:t>7. Traza UR-68 · CU-79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Proyecto Ingeniería de Software II   •   Grupo 20   •   Minimarket Antucayen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1" i="0">
                <a:solidFill>
                  <a:srgbClr val="94A3B8"/>
                </a:solidFill>
                <a:latin typeface="Calibri"/>
              </a:rPr>
              <a:t>18 / 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i="1">
                <a:solidFill>
                  <a:srgbClr val="1F2937"/>
                </a:solidFill>
                <a:latin typeface="Georgia"/>
              </a:rPr>
              <a:t>Registrando pago de venta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932688"/>
            <a:ext cx="22860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100" b="1" i="0">
                <a:solidFill>
                  <a:srgbClr val="A88444"/>
                </a:solidFill>
                <a:latin typeface="Calibri"/>
              </a:rPr>
              <a:t>Traza 3 / 3 · anexo A.5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2377440" cy="1691640"/>
          </a:xfrm>
          <a:prstGeom prst="rect">
            <a:avLst/>
          </a:prstGeom>
          <a:solidFill>
            <a:srgbClr val="F5EFE0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1399032"/>
            <a:ext cx="219456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 i="0">
                <a:solidFill>
                  <a:srgbClr val="A88444"/>
                </a:solidFill>
                <a:latin typeface="Calibri"/>
              </a:rPr>
              <a:t>PROBLEMA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645920"/>
            <a:ext cx="2194560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Sin registrar el pago no hay constancia del medio de pago ni del vuelto entregado.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1371600"/>
            <a:ext cx="2651760" cy="1691640"/>
          </a:xfrm>
          <a:prstGeom prst="rect">
            <a:avLst/>
          </a:prstGeom>
          <a:solidFill>
            <a:srgbClr val="FAFAFA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017520" y="1399032"/>
            <a:ext cx="2468879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 i="0">
                <a:solidFill>
                  <a:srgbClr val="A88444"/>
                </a:solidFill>
                <a:latin typeface="Calibri"/>
              </a:rPr>
              <a:t>REQUERIMIENTO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1645920"/>
            <a:ext cx="2468879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Registrar el pago de una venta con el medio de pago y el monto recibido; en efectivo, calcular y mostrar el vuelto.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0" y="1371600"/>
            <a:ext cx="2103120" cy="1691640"/>
          </a:xfrm>
          <a:prstGeom prst="rect">
            <a:avLst/>
          </a:prstGeom>
          <a:solidFill>
            <a:srgbClr val="FAFAFA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60720" y="1399032"/>
            <a:ext cx="1920239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 i="0">
                <a:solidFill>
                  <a:srgbClr val="A88444"/>
                </a:solidFill>
                <a:latin typeface="Calibri"/>
              </a:rPr>
              <a:t>CASO DE USO · ACTOR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1645920"/>
            <a:ext cx="1920239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Cajero, sobre una venta con total calculado (CU-78).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0" y="1371600"/>
            <a:ext cx="3840480" cy="1691640"/>
          </a:xfrm>
          <a:prstGeom prst="rect">
            <a:avLst/>
          </a:prstGeom>
          <a:solidFill>
            <a:srgbClr val="EAF5EC"/>
          </a:solidFill>
          <a:ln w="9525">
            <a:solidFill>
              <a:srgbClr val="7FB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55279" y="1399032"/>
            <a:ext cx="36576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  <a:latin typeface="Calibri"/>
              </a:rPr>
              <a:t>FLUJO DEL CASO DE USO EXTENDIDO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1627632"/>
            <a:ext cx="3657600" cy="1417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1. Selecciona el medio de pago.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2. Ingresa el monto recibido.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3. Si es efectivo, el sistema calcula y muestra el vuelto.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4. El sistema asocia el pago a la venta.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Alterno: si el efectivo es inferior al total, se muestra «Monto insuficiente».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154680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A88444"/>
                </a:solidFill>
                <a:latin typeface="Calibri"/>
              </a:rPr>
              <a:t>DIAGRAMA DE SECUENCIA</a:t>
            </a:r>
          </a:p>
        </p:txBody>
      </p:sp>
      <p:pic>
        <p:nvPicPr>
          <p:cNvPr id="25" name="Picture 24" descr="image4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073" y="3429000"/>
            <a:ext cx="6960412" cy="251460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26" name="TextBox 25"/>
          <p:cNvSpPr txBox="1"/>
          <p:nvPr/>
        </p:nvSpPr>
        <p:spPr>
          <a:xfrm>
            <a:off x="457200" y="5961888"/>
            <a:ext cx="81381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00" b="0" i="1">
                <a:solidFill>
                  <a:srgbClr val="475569"/>
                </a:solidFill>
                <a:latin typeface="Calibri"/>
              </a:rPr>
              <a:t>Figura 4.20 · Diagrama de secuencia de CU-79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78240" y="3429000"/>
            <a:ext cx="2926080" cy="25146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778240" y="3429000"/>
            <a:ext cx="91440" cy="2514600"/>
          </a:xfrm>
          <a:prstGeom prst="rect">
            <a:avLst/>
          </a:prstGeom>
          <a:solidFill>
            <a:srgbClr val="8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006840" y="3520440"/>
            <a:ext cx="25603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C2A063"/>
                </a:solidFill>
                <a:latin typeface="Calibri"/>
              </a:rPr>
              <a:t>DIAGRAMAS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3776472"/>
            <a:ext cx="2560320" cy="39395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Figs. 2.18, 2.40 y 4.20 caso de uso, extendido y secuencia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4526280"/>
            <a:ext cx="25603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C2A063"/>
                </a:solidFill>
                <a:latin typeface="Calibri"/>
              </a:rPr>
              <a:t>PRUEBA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4782312"/>
            <a:ext cx="2560320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Sin tarea de verificación en el sprint
evidencia: Figuras 5.21 y 5.22</a:t>
            </a:r>
          </a:p>
        </p:txBody>
      </p:sp>
    </p:spTree>
    <p:extLst>
      <p:ext uri="{BB962C8B-B14F-4D97-AF65-F5344CB8AC3E}">
        <p14:creationId xmlns:p14="http://schemas.microsoft.com/office/powerpoint/2010/main" val="10671563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53AE1-0D69-D6E1-0718-C1DD2E670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B736D9A9-D34D-12CD-0AE5-4AFDBD2E930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406" y="1"/>
            <a:ext cx="12111169" cy="802886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637AA5EB-917F-DDC4-F3EB-3C7DB36295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400" y="100584"/>
            <a:ext cx="719254" cy="6000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565752-669C-4D12-EB23-E869DDEEB9B7}"/>
              </a:ext>
            </a:extLst>
          </p:cNvPr>
          <p:cNvSpPr txBox="1"/>
          <p:nvPr/>
        </p:nvSpPr>
        <p:spPr>
          <a:xfrm>
            <a:off x="365760" y="155448"/>
            <a:ext cx="1042416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Helvetica"/>
                <a:ea typeface="Calibri"/>
                <a:cs typeface="helvetica"/>
              </a:rPr>
              <a:t>8. Pruebas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Proyecto Ingeniería de Software II   •   Grupo 20   •   Minimarket Antucayen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1" i="0">
                <a:solidFill>
                  <a:srgbClr val="94A3B8"/>
                </a:solidFill>
                <a:latin typeface="Calibri"/>
              </a:rPr>
              <a:t>19 / 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i="1">
                <a:solidFill>
                  <a:srgbClr val="1F2937"/>
                </a:solidFill>
                <a:latin typeface="Georgia"/>
              </a:rPr>
              <a:t>Casos de prueba planificados por módulo y pruebas unitarias automatizadas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00200"/>
            <a:ext cx="3931920" cy="4114800"/>
          </a:xfrm>
          <a:prstGeom prst="rect">
            <a:avLst/>
          </a:prstGeom>
          <a:solidFill>
            <a:srgbClr val="8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783080"/>
            <a:ext cx="35661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C2A063"/>
                </a:solidFill>
                <a:latin typeface="Calibri"/>
              </a:rPr>
              <a:t>PLANIFICACIÓN DE PRUEBAS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194560"/>
            <a:ext cx="3931920" cy="14630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9600" b="1" i="0">
                <a:solidFill>
                  <a:srgbClr val="FFFFFF"/>
                </a:solidFill>
                <a:latin typeface="Georgia"/>
              </a:rPr>
              <a:t>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49039"/>
            <a:ext cx="3566160" cy="2708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400" b="0" i="1" err="1">
                <a:solidFill>
                  <a:srgbClr val="B8D4C7"/>
                </a:solidFill>
                <a:latin typeface="Georgia"/>
              </a:rPr>
              <a:t>casos</a:t>
            </a:r>
            <a:r>
              <a:rPr sz="1400" b="0" i="1">
                <a:solidFill>
                  <a:srgbClr val="B8D4C7"/>
                </a:solidFill>
                <a:latin typeface="Georgia"/>
              </a:rPr>
              <a:t> de </a:t>
            </a:r>
            <a:r>
              <a:rPr sz="1400" b="0" i="1" err="1">
                <a:solidFill>
                  <a:srgbClr val="B8D4C7"/>
                </a:solidFill>
                <a:latin typeface="Georgia"/>
              </a:rPr>
              <a:t>prueba</a:t>
            </a:r>
            <a:r>
              <a:rPr sz="1400" b="0" i="1">
                <a:solidFill>
                  <a:srgbClr val="B8D4C7"/>
                </a:solidFill>
                <a:latin typeface="Georgia"/>
              </a:rPr>
              <a:t> </a:t>
            </a:r>
            <a:r>
              <a:rPr sz="1400" b="0" i="1" err="1">
                <a:solidFill>
                  <a:srgbClr val="B8D4C7"/>
                </a:solidFill>
                <a:latin typeface="Georgia"/>
              </a:rPr>
              <a:t>mínimos</a:t>
            </a:r>
            <a:r>
              <a:rPr sz="1400" b="0" i="1">
                <a:solidFill>
                  <a:srgbClr val="B8D4C7"/>
                </a:solidFill>
                <a:latin typeface="Georgia"/>
              </a:rPr>
              <a:t> </a:t>
            </a:r>
            <a:r>
              <a:rPr sz="1400" b="0" i="1" err="1">
                <a:solidFill>
                  <a:srgbClr val="B8D4C7"/>
                </a:solidFill>
                <a:latin typeface="Georgia"/>
              </a:rPr>
              <a:t>en</a:t>
            </a:r>
            <a:r>
              <a:rPr sz="1400" b="0" i="1">
                <a:solidFill>
                  <a:srgbClr val="B8D4C7"/>
                </a:solidFill>
                <a:latin typeface="Georgia"/>
              </a:rPr>
              <a:t> 4 módulos </a:t>
            </a:r>
            <a:endParaRPr lang="en-US" sz="1400" b="0" i="1">
              <a:solidFill>
                <a:srgbClr val="B8D4C7"/>
              </a:solidFill>
              <a:latin typeface="Georgi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" y="4572000"/>
            <a:ext cx="356616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  <a:latin typeface="Calibri"/>
              </a:rPr>
              <a:t>Cada caso registra su resultado como PASS o FAIL; la evidencia se presenta por requerimiento en el capítulo 5.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17720" y="1600200"/>
            <a:ext cx="70866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617720" y="1600200"/>
            <a:ext cx="73152" cy="914400"/>
          </a:xfrm>
          <a:prstGeom prst="rect">
            <a:avLst/>
          </a:prstGeom>
          <a:solidFill>
            <a:srgbClr val="8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46320" y="1691640"/>
            <a:ext cx="64008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800" b="1" i="0">
                <a:solidFill>
                  <a:srgbClr val="820000"/>
                </a:solidFill>
                <a:latin typeface="Georgia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1709928"/>
            <a:ext cx="48463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Georgia"/>
              </a:rPr>
              <a:t>Exportación de ítems y auditoría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2103120"/>
            <a:ext cx="484632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UR-25, UR-29, UR-30 y UR-37 · Erick Hernández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69880" y="1801368"/>
            <a:ext cx="1005840" cy="512064"/>
          </a:xfrm>
          <a:prstGeom prst="rect">
            <a:avLst/>
          </a:prstGeom>
          <a:solidFill>
            <a:srgbClr val="C2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469880" y="1801368"/>
            <a:ext cx="1005840" cy="51206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Calibri"/>
              </a:rPr>
              <a:t>8 casos</a:t>
            </a:r>
            <a:endParaRPr lang="en-US">
              <a:solidFill>
                <a:srgbClr val="1F2937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617720" y="2642615"/>
            <a:ext cx="70866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617720" y="2642615"/>
            <a:ext cx="73152" cy="914400"/>
          </a:xfrm>
          <a:prstGeom prst="rect">
            <a:avLst/>
          </a:prstGeom>
          <a:solidFill>
            <a:srgbClr val="8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46320" y="2734056"/>
            <a:ext cx="64008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800" b="1" i="0">
                <a:solidFill>
                  <a:srgbClr val="820000"/>
                </a:solidFill>
                <a:latin typeface="Georgia"/>
              </a:rPr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2752344"/>
            <a:ext cx="48463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Georgia"/>
              </a:rPr>
              <a:t>Reversión de ajustes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3145535"/>
            <a:ext cx="484632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UR-46 · Erick Hernández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469880" y="2843784"/>
            <a:ext cx="1005840" cy="512064"/>
          </a:xfrm>
          <a:prstGeom prst="rect">
            <a:avLst/>
          </a:prstGeom>
          <a:solidFill>
            <a:srgbClr val="C2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69880" y="2843784"/>
            <a:ext cx="1005840" cy="51206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Calibri"/>
              </a:rPr>
              <a:t>6 casos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17720" y="3685031"/>
            <a:ext cx="70866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617720" y="3685031"/>
            <a:ext cx="73152" cy="914400"/>
          </a:xfrm>
          <a:prstGeom prst="rect">
            <a:avLst/>
          </a:prstGeom>
          <a:solidFill>
            <a:srgbClr val="8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46320" y="3776471"/>
            <a:ext cx="64008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800" b="1" i="0">
                <a:solidFill>
                  <a:srgbClr val="820000"/>
                </a:solidFill>
                <a:latin typeface="Georgia"/>
              </a:rPr>
              <a:t>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3794759"/>
            <a:ext cx="48463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Georgia"/>
              </a:rPr>
              <a:t>Consulta de stock e historial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4187951"/>
            <a:ext cx="484632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UR-47 y UR-56 · Fabián Gómez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469880" y="3886199"/>
            <a:ext cx="1005840" cy="512064"/>
          </a:xfrm>
          <a:prstGeom prst="rect">
            <a:avLst/>
          </a:prstGeom>
          <a:solidFill>
            <a:srgbClr val="C2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469880" y="3886199"/>
            <a:ext cx="1005840" cy="51206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Calibri"/>
              </a:rPr>
              <a:t>6 casos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17720" y="4727448"/>
            <a:ext cx="70866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617720" y="4727448"/>
            <a:ext cx="73152" cy="914400"/>
          </a:xfrm>
          <a:prstGeom prst="rect">
            <a:avLst/>
          </a:prstGeom>
          <a:solidFill>
            <a:srgbClr val="8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846320" y="4818888"/>
            <a:ext cx="64008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800" b="1" i="0">
                <a:solidFill>
                  <a:srgbClr val="820000"/>
                </a:solidFill>
                <a:latin typeface="Georgia"/>
              </a:rPr>
              <a:t>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4837176"/>
            <a:ext cx="48463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Georgia"/>
              </a:rPr>
              <a:t>Reportes y exportación a Excel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0" y="5230368"/>
            <a:ext cx="484632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UR-57 a UR-61 · Diego Lobos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469880" y="4928616"/>
            <a:ext cx="1005840" cy="512064"/>
          </a:xfrm>
          <a:prstGeom prst="rect">
            <a:avLst/>
          </a:prstGeom>
          <a:solidFill>
            <a:srgbClr val="C2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469880" y="4928616"/>
            <a:ext cx="1005840" cy="51206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Calibri"/>
              </a:rPr>
              <a:t>12 casos</a:t>
            </a:r>
          </a:p>
        </p:txBody>
      </p:sp>
    </p:spTree>
    <p:extLst>
      <p:ext uri="{BB962C8B-B14F-4D97-AF65-F5344CB8AC3E}">
        <p14:creationId xmlns:p14="http://schemas.microsoft.com/office/powerpoint/2010/main" val="14989316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73D51-8147-EEA6-1311-11EFB4B3A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B614602-D906-6AF8-5995-2BA971566C4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406" y="1"/>
            <a:ext cx="12111169" cy="802886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6993F56E-0955-732E-4E2C-DEFADC3F9D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400" y="100584"/>
            <a:ext cx="719254" cy="6000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16D7CA-9D8B-AF68-83F3-AE484B2B6E90}"/>
              </a:ext>
            </a:extLst>
          </p:cNvPr>
          <p:cNvSpPr txBox="1"/>
          <p:nvPr/>
        </p:nvSpPr>
        <p:spPr>
          <a:xfrm>
            <a:off x="365760" y="155448"/>
            <a:ext cx="1042416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Helvetica"/>
                <a:ea typeface="Calibri"/>
                <a:cs typeface="helvetica"/>
              </a:rPr>
              <a:t>9.1 Scrum++ · Esfuerzo y avance</a:t>
            </a:r>
            <a:endParaRPr lang="en-US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Proyecto Ingeniería de Software II   •   Grupo 20   •   Minimarket Antucayen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1" i="0">
                <a:solidFill>
                  <a:srgbClr val="94A3B8"/>
                </a:solidFill>
                <a:latin typeface="Calibri"/>
              </a:rPr>
              <a:t>21 / 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051560"/>
            <a:ext cx="1737360" cy="1371600"/>
          </a:xfrm>
          <a:prstGeom prst="rect">
            <a:avLst/>
          </a:prstGeom>
          <a:solidFill>
            <a:srgbClr val="8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097280"/>
            <a:ext cx="173736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Georgia"/>
              </a:rPr>
              <a:t>47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810512"/>
            <a:ext cx="173736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tareas del sprint,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todas en estado Listo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1720" y="1051560"/>
            <a:ext cx="1737360" cy="1371600"/>
          </a:xfrm>
          <a:prstGeom prst="rect">
            <a:avLst/>
          </a:prstGeom>
          <a:solidFill>
            <a:srgbClr val="8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31720" y="1097280"/>
            <a:ext cx="173736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Georgia"/>
              </a:rPr>
              <a:t>110,5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1810512"/>
            <a:ext cx="173736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HH estimadas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1051560"/>
            <a:ext cx="1737360" cy="1371600"/>
          </a:xfrm>
          <a:prstGeom prst="rect">
            <a:avLst/>
          </a:prstGeom>
          <a:solidFill>
            <a:srgbClr val="8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06240" y="1097280"/>
            <a:ext cx="173736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Georgia"/>
              </a:rPr>
              <a:t>127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1810512"/>
            <a:ext cx="173736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HH efectivas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(+16,5 HH · 14,9 %)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606040"/>
            <a:ext cx="54864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 i="1">
                <a:solidFill>
                  <a:srgbClr val="1F2937"/>
                </a:solidFill>
                <a:latin typeface="Georgia"/>
              </a:rPr>
              <a:t>Consolidado de los tres incrementos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57200" y="2971800"/>
          <a:ext cx="5486400" cy="19202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Incremento</a:t>
                      </a:r>
                    </a:p>
                  </a:txBody>
                  <a:tcPr marL="54864" marR="54864" marT="22860" marB="22860" anchor="ctr">
                    <a:solidFill>
                      <a:srgbClr val="8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Tareas</a:t>
                      </a:r>
                    </a:p>
                  </a:txBody>
                  <a:tcPr marL="54864" marR="54864" marT="22860" marB="22860" anchor="ctr">
                    <a:solidFill>
                      <a:srgbClr val="8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HH est.</a:t>
                      </a:r>
                    </a:p>
                  </a:txBody>
                  <a:tcPr marL="54864" marR="54864" marT="22860" marB="22860" anchor="ctr">
                    <a:solidFill>
                      <a:srgbClr val="8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HH efect.</a:t>
                      </a:r>
                    </a:p>
                  </a:txBody>
                  <a:tcPr marL="54864" marR="54864" marT="22860" marB="22860" anchor="ctr">
                    <a:solidFill>
                      <a:srgbClr val="8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Desviación</a:t>
                      </a:r>
                    </a:p>
                  </a:txBody>
                  <a:tcPr marL="54864" marR="54864" marT="22860" marB="22860" anchor="ctr">
                    <a:solidFill>
                      <a:srgbClr val="82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Incremento 1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77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176,5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226,5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+28,3 %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Incremento 2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117,5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163,5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+39,1 %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Incremento 3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110,5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127,0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+14,9 %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937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37"/>
                          </a:solidFill>
                          <a:latin typeface="Calibri"/>
                        </a:rPr>
                        <a:t>172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37"/>
                          </a:solidFill>
                          <a:latin typeface="Calibri"/>
                        </a:rPr>
                        <a:t>404,5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37"/>
                          </a:solidFill>
                          <a:latin typeface="Calibri"/>
                        </a:rPr>
                        <a:t>517,0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37"/>
                          </a:solidFill>
                          <a:latin typeface="Calibri"/>
                        </a:rPr>
                        <a:t>+27,8 %</a:t>
                      </a:r>
                    </a:p>
                  </a:txBody>
                  <a:tcPr marL="54864" marR="54864" marT="22860" marB="22860" anchor="ctr">
                    <a:solidFill>
                      <a:srgbClr val="F7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57200" y="5029200"/>
            <a:ext cx="5486400" cy="84023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475569"/>
                </a:solidFill>
                <a:latin typeface="Calibri"/>
              </a:rPr>
              <a:t>El </a:t>
            </a:r>
            <a:r>
              <a:rPr sz="1150" b="0" i="0" err="1">
                <a:solidFill>
                  <a:srgbClr val="475569"/>
                </a:solidFill>
                <a:latin typeface="Calibri"/>
              </a:rPr>
              <a:t>Incremento</a:t>
            </a:r>
            <a:r>
              <a:rPr sz="1150" b="0" i="0">
                <a:solidFill>
                  <a:srgbClr val="475569"/>
                </a:solidFill>
                <a:latin typeface="Calibri"/>
              </a:rPr>
              <a:t> 3 es el sprint con la </a:t>
            </a:r>
            <a:r>
              <a:rPr sz="1150" b="0" i="0" err="1">
                <a:solidFill>
                  <a:srgbClr val="475569"/>
                </a:solidFill>
                <a:latin typeface="Calibri"/>
              </a:rPr>
              <a:t>estimación</a:t>
            </a:r>
            <a:r>
              <a:rPr sz="1150" b="0" i="0">
                <a:solidFill>
                  <a:srgbClr val="475569"/>
                </a:solidFill>
                <a:latin typeface="Calibri"/>
              </a:rPr>
              <a:t> </a:t>
            </a:r>
            <a:r>
              <a:rPr sz="1150" b="0" i="0" err="1">
                <a:solidFill>
                  <a:srgbClr val="475569"/>
                </a:solidFill>
                <a:latin typeface="Calibri"/>
              </a:rPr>
              <a:t>más</a:t>
            </a:r>
            <a:r>
              <a:rPr sz="1150" b="0" i="0">
                <a:solidFill>
                  <a:srgbClr val="475569"/>
                </a:solidFill>
                <a:latin typeface="Calibri"/>
              </a:rPr>
              <a:t> </a:t>
            </a:r>
            <a:r>
              <a:rPr sz="1150" b="0" i="0" err="1">
                <a:solidFill>
                  <a:srgbClr val="475569"/>
                </a:solidFill>
                <a:latin typeface="Calibri"/>
              </a:rPr>
              <a:t>ajustada</a:t>
            </a:r>
            <a:r>
              <a:rPr sz="1150" b="0" i="0">
                <a:solidFill>
                  <a:srgbClr val="475569"/>
                </a:solidFill>
                <a:latin typeface="Calibri"/>
              </a:rPr>
              <a:t> del </a:t>
            </a:r>
            <a:r>
              <a:rPr sz="1150" b="0" i="0" err="1">
                <a:solidFill>
                  <a:srgbClr val="475569"/>
                </a:solidFill>
                <a:latin typeface="Calibri"/>
              </a:rPr>
              <a:t>proyecto</a:t>
            </a:r>
            <a:r>
              <a:rPr sz="1150" b="0" i="0">
                <a:solidFill>
                  <a:srgbClr val="475569"/>
                </a:solidFill>
                <a:latin typeface="Calibri"/>
              </a:rPr>
              <a:t>.</a:t>
            </a:r>
          </a:p>
          <a:p>
            <a:pPr algn="l">
              <a:spcAft>
                <a:spcPts val="300"/>
              </a:spcAft>
            </a:pPr>
            <a:r>
              <a:rPr sz="1150" b="0" i="0" err="1">
                <a:solidFill>
                  <a:srgbClr val="475569"/>
                </a:solidFill>
                <a:latin typeface="Calibri"/>
              </a:rPr>
              <a:t>Mayores</a:t>
            </a:r>
            <a:r>
              <a:rPr sz="1150" b="0" i="0">
                <a:solidFill>
                  <a:srgbClr val="475569"/>
                </a:solidFill>
                <a:latin typeface="Calibri"/>
              </a:rPr>
              <a:t> </a:t>
            </a:r>
            <a:r>
              <a:rPr sz="1150" b="0" i="0" err="1">
                <a:solidFill>
                  <a:srgbClr val="475569"/>
                </a:solidFill>
                <a:latin typeface="Calibri"/>
              </a:rPr>
              <a:t>diferencias</a:t>
            </a:r>
            <a:r>
              <a:rPr sz="1150" b="0" i="0">
                <a:solidFill>
                  <a:srgbClr val="475569"/>
                </a:solidFill>
                <a:latin typeface="Calibri"/>
              </a:rPr>
              <a:t>: Modelo </a:t>
            </a:r>
            <a:r>
              <a:rPr lang="en-US" sz="1150">
                <a:solidFill>
                  <a:srgbClr val="475569"/>
                </a:solidFill>
                <a:latin typeface="Calibri"/>
              </a:rPr>
              <a:t>+</a:t>
            </a:r>
            <a:r>
              <a:rPr sz="1150" b="0" i="0">
                <a:solidFill>
                  <a:srgbClr val="475569"/>
                </a:solidFill>
                <a:latin typeface="Calibri"/>
              </a:rPr>
              <a:t>4,5 HH y </a:t>
            </a:r>
            <a:r>
              <a:rPr sz="1150" b="0" i="0" err="1">
                <a:solidFill>
                  <a:srgbClr val="475569"/>
                </a:solidFill>
                <a:latin typeface="Calibri"/>
              </a:rPr>
              <a:t>Pruebas</a:t>
            </a:r>
            <a:r>
              <a:rPr sz="1150" b="0" i="0">
                <a:solidFill>
                  <a:srgbClr val="475569"/>
                </a:solidFill>
                <a:latin typeface="Calibri"/>
              </a:rPr>
              <a:t> </a:t>
            </a:r>
            <a:r>
              <a:rPr lang="en-US" sz="1150">
                <a:solidFill>
                  <a:srgbClr val="475569"/>
                </a:solidFill>
                <a:latin typeface="Calibri"/>
              </a:rPr>
              <a:t>+</a:t>
            </a:r>
            <a:r>
              <a:rPr sz="1150" b="0" i="0">
                <a:solidFill>
                  <a:srgbClr val="475569"/>
                </a:solidFill>
                <a:latin typeface="Calibri"/>
              </a:rPr>
              <a:t>3,0 HH</a:t>
            </a:r>
            <a:r>
              <a:rPr lang="en-US" sz="1150">
                <a:solidFill>
                  <a:srgbClr val="475569"/>
                </a:solidFill>
                <a:latin typeface="Calibri"/>
              </a:rPr>
              <a:t>.</a:t>
            </a:r>
            <a:endParaRPr sz="1150" b="0" i="0">
              <a:solidFill>
                <a:srgbClr val="475569"/>
              </a:solidFill>
              <a:latin typeface="Calibri"/>
            </a:endParaRP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475569"/>
                </a:solidFill>
                <a:latin typeface="Calibri"/>
              </a:rPr>
              <a:t>El </a:t>
            </a:r>
            <a:r>
              <a:rPr sz="1150" b="0" i="0" err="1">
                <a:solidFill>
                  <a:srgbClr val="475569"/>
                </a:solidFill>
                <a:latin typeface="Calibri"/>
              </a:rPr>
              <a:t>avance</a:t>
            </a:r>
            <a:r>
              <a:rPr sz="1150" b="0" i="0">
                <a:solidFill>
                  <a:srgbClr val="475569"/>
                </a:solidFill>
                <a:latin typeface="Calibri"/>
              </a:rPr>
              <a:t> real se </a:t>
            </a:r>
            <a:r>
              <a:rPr sz="1150" b="0" i="0" err="1">
                <a:solidFill>
                  <a:srgbClr val="475569"/>
                </a:solidFill>
                <a:latin typeface="Calibri"/>
              </a:rPr>
              <a:t>mantuvo</a:t>
            </a:r>
            <a:r>
              <a:rPr sz="1150" b="0" i="0">
                <a:solidFill>
                  <a:srgbClr val="475569"/>
                </a:solidFill>
                <a:latin typeface="Calibri"/>
              </a:rPr>
              <a:t> bajo la </a:t>
            </a:r>
            <a:r>
              <a:rPr sz="1150" b="0" i="0" err="1">
                <a:solidFill>
                  <a:srgbClr val="475569"/>
                </a:solidFill>
                <a:latin typeface="Calibri"/>
              </a:rPr>
              <a:t>línea</a:t>
            </a:r>
            <a:r>
              <a:rPr sz="1150" b="0" i="0">
                <a:solidFill>
                  <a:srgbClr val="475569"/>
                </a:solidFill>
                <a:latin typeface="Calibri"/>
              </a:rPr>
              <a:t> ideal y el </a:t>
            </a:r>
            <a:r>
              <a:rPr sz="1150" b="0" i="0" err="1">
                <a:solidFill>
                  <a:srgbClr val="475569"/>
                </a:solidFill>
                <a:latin typeface="Calibri"/>
              </a:rPr>
              <a:t>cierre</a:t>
            </a:r>
            <a:r>
              <a:rPr sz="1150" b="0" i="0">
                <a:solidFill>
                  <a:srgbClr val="475569"/>
                </a:solidFill>
                <a:latin typeface="Calibri"/>
              </a:rPr>
              <a:t> se </a:t>
            </a:r>
            <a:r>
              <a:rPr sz="1150" b="0" i="0" err="1">
                <a:solidFill>
                  <a:srgbClr val="475569"/>
                </a:solidFill>
                <a:latin typeface="Calibri"/>
              </a:rPr>
              <a:t>concentró</a:t>
            </a:r>
            <a:r>
              <a:rPr sz="1150" b="0" i="0">
                <a:solidFill>
                  <a:srgbClr val="475569"/>
                </a:solidFill>
                <a:latin typeface="Calibri"/>
              </a:rPr>
              <a:t> </a:t>
            </a:r>
            <a:r>
              <a:rPr sz="1150" b="0" i="0" err="1">
                <a:solidFill>
                  <a:srgbClr val="475569"/>
                </a:solidFill>
                <a:latin typeface="Calibri"/>
              </a:rPr>
              <a:t>en</a:t>
            </a:r>
            <a:r>
              <a:rPr sz="1150" b="0" i="0">
                <a:solidFill>
                  <a:srgbClr val="475569"/>
                </a:solidFill>
                <a:latin typeface="Calibri"/>
              </a:rPr>
              <a:t> la </a:t>
            </a:r>
            <a:r>
              <a:rPr sz="1150" b="0" i="0" err="1">
                <a:solidFill>
                  <a:srgbClr val="475569"/>
                </a:solidFill>
                <a:latin typeface="Calibri"/>
              </a:rPr>
              <a:t>tercera</a:t>
            </a:r>
            <a:r>
              <a:rPr sz="1150" b="0" i="0">
                <a:solidFill>
                  <a:srgbClr val="475569"/>
                </a:solidFill>
                <a:latin typeface="Calibri"/>
              </a:rPr>
              <a:t> </a:t>
            </a:r>
            <a:r>
              <a:rPr sz="1150" b="0" i="0" err="1">
                <a:solidFill>
                  <a:srgbClr val="475569"/>
                </a:solidFill>
                <a:latin typeface="Calibri"/>
              </a:rPr>
              <a:t>semana</a:t>
            </a:r>
            <a:r>
              <a:rPr sz="1150" b="0" i="0">
                <a:solidFill>
                  <a:srgbClr val="475569"/>
                </a:solidFill>
                <a:latin typeface="Calibri"/>
              </a:rPr>
              <a:t> 65,5 HH</a:t>
            </a:r>
            <a:r>
              <a:rPr lang="en-US" sz="1150">
                <a:solidFill>
                  <a:srgbClr val="475569"/>
                </a:solidFill>
                <a:latin typeface="Calibri"/>
              </a:rPr>
              <a:t>.</a:t>
            </a:r>
            <a:endParaRPr sz="1150" b="0" i="0">
              <a:solidFill>
                <a:srgbClr val="475569"/>
              </a:solidFill>
              <a:latin typeface="Calibri"/>
            </a:endParaRPr>
          </a:p>
        </p:txBody>
      </p:sp>
      <p:pic>
        <p:nvPicPr>
          <p:cNvPr id="22" name="Picture 21" descr="cmp_burn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3243" y="1051560"/>
            <a:ext cx="5510033" cy="2487168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pic>
        <p:nvPicPr>
          <p:cNvPr id="23" name="Picture 22" descr="cmp_burndow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3243" y="3657600"/>
            <a:ext cx="5510033" cy="2487168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6172200" y="6144768"/>
            <a:ext cx="553212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950" b="0" i="1">
                <a:solidFill>
                  <a:srgbClr val="475569"/>
                </a:solidFill>
                <a:latin typeface="Calibri"/>
              </a:rPr>
              <a:t>Figuras 3.3 y 3.6 · Burn Up y Burn Down: Incremento 3 frente al acumulado</a:t>
            </a:r>
          </a:p>
        </p:txBody>
      </p:sp>
    </p:spTree>
    <p:extLst>
      <p:ext uri="{BB962C8B-B14F-4D97-AF65-F5344CB8AC3E}">
        <p14:creationId xmlns:p14="http://schemas.microsoft.com/office/powerpoint/2010/main" val="39471335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73D51-8147-EEA6-1311-11EFB4B3A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B614602-D906-6AF8-5995-2BA971566C4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406" y="1"/>
            <a:ext cx="12111169" cy="802886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6993F56E-0955-732E-4E2C-DEFADC3F9D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400" y="100584"/>
            <a:ext cx="719254" cy="6000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16D7CA-9D8B-AF68-83F3-AE484B2B6E90}"/>
              </a:ext>
            </a:extLst>
          </p:cNvPr>
          <p:cNvSpPr txBox="1"/>
          <p:nvPr/>
        </p:nvSpPr>
        <p:spPr>
          <a:xfrm>
            <a:off x="365760" y="155448"/>
            <a:ext cx="1042416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Helvetica"/>
                <a:ea typeface="Calibri"/>
                <a:cs typeface="helvetica"/>
              </a:rPr>
              <a:t>10. Demostración</a:t>
            </a:r>
            <a:endParaRPr lang="en-US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Proyecto Ingeniería de Software II   •   Grupo 20   •   Minimarket Antucayen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1" i="0">
                <a:solidFill>
                  <a:srgbClr val="94A3B8"/>
                </a:solidFill>
                <a:latin typeface="Calibri"/>
              </a:rPr>
              <a:t>22 / 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05840"/>
            <a:ext cx="1124712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i="1" err="1">
                <a:solidFill>
                  <a:srgbClr val="1F2937"/>
                </a:solidFill>
                <a:latin typeface="Georgia"/>
              </a:rPr>
              <a:t>Evidencia</a:t>
            </a:r>
            <a:r>
              <a:rPr sz="1600" b="0" i="1">
                <a:solidFill>
                  <a:srgbClr val="1F2937"/>
                </a:solidFill>
                <a:latin typeface="Georgia"/>
              </a:rPr>
              <a:t> de </a:t>
            </a:r>
            <a:r>
              <a:rPr sz="1600" b="0" i="1" err="1">
                <a:solidFill>
                  <a:srgbClr val="1F2937"/>
                </a:solidFill>
                <a:latin typeface="Georgia"/>
              </a:rPr>
              <a:t>ejecución</a:t>
            </a:r>
            <a:r>
              <a:rPr sz="1600" b="0" i="1">
                <a:solidFill>
                  <a:srgbClr val="1F2937"/>
                </a:solidFill>
                <a:latin typeface="Georgia"/>
              </a:rPr>
              <a:t> </a:t>
            </a:r>
            <a:r>
              <a:rPr sz="1600" b="0" i="1" err="1">
                <a:solidFill>
                  <a:srgbClr val="1F2937"/>
                </a:solidFill>
                <a:latin typeface="Georgia"/>
              </a:rPr>
              <a:t>ordenada</a:t>
            </a:r>
            <a:r>
              <a:rPr sz="1600" b="0" i="1">
                <a:solidFill>
                  <a:srgbClr val="1F2937"/>
                </a:solidFill>
                <a:latin typeface="Georgia"/>
              </a:rPr>
              <a:t> </a:t>
            </a:r>
            <a:r>
              <a:rPr sz="1600" b="0" i="1" err="1">
                <a:solidFill>
                  <a:srgbClr val="1F2937"/>
                </a:solidFill>
                <a:latin typeface="Georgia"/>
              </a:rPr>
              <a:t>por</a:t>
            </a:r>
            <a:r>
              <a:rPr sz="1600" b="0" i="1">
                <a:solidFill>
                  <a:srgbClr val="1F2937"/>
                </a:solidFill>
                <a:latin typeface="Georgia"/>
              </a:rPr>
              <a:t> requerimiento</a:t>
            </a:r>
            <a:endParaRPr lang="en-US" sz="1600" b="0" i="1">
              <a:solidFill>
                <a:srgbClr val="1F2937"/>
              </a:solidFill>
              <a:latin typeface="Georgia"/>
            </a:endParaRPr>
          </a:p>
        </p:txBody>
      </p:sp>
      <p:pic>
        <p:nvPicPr>
          <p:cNvPr id="11" name="Picture 10" descr="imag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9236" y="1554480"/>
            <a:ext cx="3925687" cy="210312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1981200" y="3657600"/>
            <a:ext cx="4023360" cy="20159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950" b="0" i="1">
                <a:solidFill>
                  <a:srgbClr val="475569"/>
                </a:solidFill>
                <a:latin typeface="Calibri"/>
              </a:rPr>
              <a:t>UR-46 · </a:t>
            </a:r>
            <a:r>
              <a:rPr sz="950" b="0" i="1" err="1">
                <a:solidFill>
                  <a:srgbClr val="475569"/>
                </a:solidFill>
                <a:latin typeface="Calibri"/>
              </a:rPr>
              <a:t>Historial</a:t>
            </a:r>
            <a:r>
              <a:rPr sz="950" b="0" i="1">
                <a:solidFill>
                  <a:srgbClr val="475569"/>
                </a:solidFill>
                <a:latin typeface="Calibri"/>
              </a:rPr>
              <a:t> </a:t>
            </a:r>
            <a:r>
              <a:rPr sz="950" b="0" i="1" err="1">
                <a:solidFill>
                  <a:srgbClr val="475569"/>
                </a:solidFill>
                <a:latin typeface="Calibri"/>
              </a:rPr>
              <a:t>tras</a:t>
            </a:r>
            <a:r>
              <a:rPr sz="950" b="0" i="1">
                <a:solidFill>
                  <a:srgbClr val="475569"/>
                </a:solidFill>
                <a:latin typeface="Calibri"/>
              </a:rPr>
              <a:t> la </a:t>
            </a:r>
            <a:r>
              <a:rPr sz="950" b="0" i="1" err="1">
                <a:solidFill>
                  <a:srgbClr val="475569"/>
                </a:solidFill>
                <a:latin typeface="Calibri"/>
              </a:rPr>
              <a:t>reversión</a:t>
            </a:r>
            <a:r>
              <a:rPr sz="950" b="0" i="1">
                <a:solidFill>
                  <a:srgbClr val="475569"/>
                </a:solidFill>
                <a:latin typeface="Calibri"/>
              </a:rPr>
              <a:t> del </a:t>
            </a:r>
            <a:r>
              <a:rPr sz="950" b="0" i="1" err="1">
                <a:solidFill>
                  <a:srgbClr val="475569"/>
                </a:solidFill>
                <a:latin typeface="Calibri"/>
              </a:rPr>
              <a:t>ajuste</a:t>
            </a:r>
            <a:r>
              <a:rPr sz="950" b="0" i="1">
                <a:solidFill>
                  <a:srgbClr val="475569"/>
                </a:solidFill>
                <a:latin typeface="Calibri"/>
              </a:rPr>
              <a:t> Fig. 5.9</a:t>
            </a:r>
          </a:p>
        </p:txBody>
      </p:sp>
      <p:pic>
        <p:nvPicPr>
          <p:cNvPr id="13" name="Picture 12" descr="image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9009" y="1554480"/>
            <a:ext cx="3912781" cy="210312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6944360" y="3657600"/>
            <a:ext cx="4023360" cy="20159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950" b="0" i="1">
                <a:solidFill>
                  <a:srgbClr val="475569"/>
                </a:solidFill>
                <a:latin typeface="Calibri"/>
              </a:rPr>
              <a:t>UR-57 · </a:t>
            </a:r>
            <a:r>
              <a:rPr sz="950" b="0" i="1" err="1">
                <a:solidFill>
                  <a:srgbClr val="475569"/>
                </a:solidFill>
                <a:latin typeface="Calibri"/>
              </a:rPr>
              <a:t>Reporte</a:t>
            </a:r>
            <a:r>
              <a:rPr sz="950" b="0" i="1">
                <a:solidFill>
                  <a:srgbClr val="475569"/>
                </a:solidFill>
                <a:latin typeface="Calibri"/>
              </a:rPr>
              <a:t> de stock actual Fig. 5.11</a:t>
            </a:r>
          </a:p>
        </p:txBody>
      </p:sp>
      <p:pic>
        <p:nvPicPr>
          <p:cNvPr id="15" name="Picture 14" descr="image5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4953" y="3909568"/>
            <a:ext cx="3914253" cy="210312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1981200" y="6012688"/>
            <a:ext cx="4023360" cy="20159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950" b="0" i="1">
                <a:solidFill>
                  <a:srgbClr val="475569"/>
                </a:solidFill>
                <a:latin typeface="Calibri"/>
              </a:rPr>
              <a:t>UR-66 · </a:t>
            </a:r>
            <a:r>
              <a:rPr sz="950" b="0" i="1" err="1">
                <a:solidFill>
                  <a:srgbClr val="475569"/>
                </a:solidFill>
                <a:latin typeface="Calibri"/>
              </a:rPr>
              <a:t>Bloqueo</a:t>
            </a:r>
            <a:r>
              <a:rPr sz="950" b="0" i="1">
                <a:solidFill>
                  <a:srgbClr val="475569"/>
                </a:solidFill>
                <a:latin typeface="Calibri"/>
              </a:rPr>
              <a:t> </a:t>
            </a:r>
            <a:r>
              <a:rPr sz="950" b="0" i="1" err="1">
                <a:solidFill>
                  <a:srgbClr val="475569"/>
                </a:solidFill>
                <a:latin typeface="Calibri"/>
              </a:rPr>
              <a:t>por</a:t>
            </a:r>
            <a:r>
              <a:rPr sz="950" b="0" i="1">
                <a:solidFill>
                  <a:srgbClr val="475569"/>
                </a:solidFill>
                <a:latin typeface="Calibri"/>
              </a:rPr>
              <a:t> stock </a:t>
            </a:r>
            <a:r>
              <a:rPr sz="950" b="0" i="1" err="1">
                <a:solidFill>
                  <a:srgbClr val="475569"/>
                </a:solidFill>
                <a:latin typeface="Calibri"/>
              </a:rPr>
              <a:t>insuficiente</a:t>
            </a:r>
            <a:r>
              <a:rPr sz="950" b="0" i="1">
                <a:solidFill>
                  <a:srgbClr val="475569"/>
                </a:solidFill>
                <a:latin typeface="Calibri"/>
              </a:rPr>
              <a:t> Fig. 5.19</a:t>
            </a:r>
          </a:p>
        </p:txBody>
      </p:sp>
      <p:pic>
        <p:nvPicPr>
          <p:cNvPr id="17" name="Picture 16" descr="image5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1372" y="3909568"/>
            <a:ext cx="3927735" cy="210312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6934200" y="6012688"/>
            <a:ext cx="4023360" cy="20159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950" b="0" i="1">
                <a:solidFill>
                  <a:srgbClr val="475569"/>
                </a:solidFill>
                <a:latin typeface="Calibri"/>
              </a:rPr>
              <a:t>UR-69 · </a:t>
            </a:r>
            <a:r>
              <a:rPr sz="950" b="0" i="1" err="1">
                <a:solidFill>
                  <a:srgbClr val="475569"/>
                </a:solidFill>
                <a:latin typeface="Calibri"/>
              </a:rPr>
              <a:t>Comprobante</a:t>
            </a:r>
            <a:r>
              <a:rPr sz="950" b="0" i="1">
                <a:solidFill>
                  <a:srgbClr val="475569"/>
                </a:solidFill>
                <a:latin typeface="Calibri"/>
              </a:rPr>
              <a:t> de la </a:t>
            </a:r>
            <a:r>
              <a:rPr sz="950" b="0" i="1" err="1">
                <a:solidFill>
                  <a:srgbClr val="475569"/>
                </a:solidFill>
                <a:latin typeface="Calibri"/>
              </a:rPr>
              <a:t>venta</a:t>
            </a:r>
            <a:r>
              <a:rPr sz="950" b="0" i="1">
                <a:solidFill>
                  <a:srgbClr val="475569"/>
                </a:solidFill>
                <a:latin typeface="Calibri"/>
              </a:rPr>
              <a:t> </a:t>
            </a:r>
            <a:r>
              <a:rPr sz="950" b="0" i="1" err="1">
                <a:solidFill>
                  <a:srgbClr val="475569"/>
                </a:solidFill>
                <a:latin typeface="Calibri"/>
              </a:rPr>
              <a:t>confirmada</a:t>
            </a:r>
            <a:r>
              <a:rPr sz="950" b="0" i="1">
                <a:solidFill>
                  <a:srgbClr val="475569"/>
                </a:solidFill>
                <a:latin typeface="Calibri"/>
              </a:rPr>
              <a:t> Fig. 5.25</a:t>
            </a:r>
          </a:p>
        </p:txBody>
      </p:sp>
    </p:spTree>
    <p:extLst>
      <p:ext uri="{BB962C8B-B14F-4D97-AF65-F5344CB8AC3E}">
        <p14:creationId xmlns:p14="http://schemas.microsoft.com/office/powerpoint/2010/main" val="39471335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0D442-95E0-35C1-A15B-E9137B2CB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F7433CB4-D592-5F5B-6D32-258F262989A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406" y="1"/>
            <a:ext cx="12111169" cy="802886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831DBCE8-5F3A-8B8C-088B-B00CAC4E1C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400" y="100584"/>
            <a:ext cx="719254" cy="6000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66EAFC-7AEF-DEA4-89B4-16FF74D259A8}"/>
              </a:ext>
            </a:extLst>
          </p:cNvPr>
          <p:cNvSpPr txBox="1"/>
          <p:nvPr/>
        </p:nvSpPr>
        <p:spPr>
          <a:xfrm>
            <a:off x="365760" y="155448"/>
            <a:ext cx="1042416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Helvetica"/>
                <a:ea typeface="Calibri"/>
                <a:cs typeface="helvetica"/>
              </a:rPr>
              <a:t>Conclusiones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Proyecto Ingeniería de Software II   •   Grupo 20   •   Minimarket Antucayen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1" i="0">
                <a:solidFill>
                  <a:srgbClr val="94A3B8"/>
                </a:solidFill>
                <a:latin typeface="Calibri"/>
              </a:rPr>
              <a:t>23 / 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i="1">
                <a:solidFill>
                  <a:srgbClr val="1F2937"/>
                </a:solidFill>
                <a:latin typeface="Georgia"/>
              </a:rPr>
              <a:t>El Incremento 3 cierra el backlog del proyecto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45920"/>
            <a:ext cx="2697480" cy="1325880"/>
          </a:xfrm>
          <a:prstGeom prst="rect">
            <a:avLst/>
          </a:prstGeom>
          <a:solidFill>
            <a:srgbClr val="8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269748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Georgia"/>
              </a:rPr>
              <a:t>100 %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14600"/>
            <a:ext cx="26974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0" i="0">
                <a:solidFill>
                  <a:srgbClr val="B8D4C7"/>
                </a:solidFill>
                <a:latin typeface="Calibri"/>
              </a:rPr>
              <a:t>del backlog cubierto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63240"/>
            <a:ext cx="2697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3063240"/>
            <a:ext cx="73152" cy="1143000"/>
          </a:xfrm>
          <a:prstGeom prst="rect">
            <a:avLst/>
          </a:prstGeom>
          <a:solidFill>
            <a:srgbClr val="8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154680"/>
            <a:ext cx="242316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72 de 72 requerimientos funcionales; 22 en este incremento.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1645920"/>
            <a:ext cx="2697480" cy="1325880"/>
          </a:xfrm>
          <a:prstGeom prst="rect">
            <a:avLst/>
          </a:prstGeom>
          <a:solidFill>
            <a:srgbClr val="8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91840" y="1691640"/>
            <a:ext cx="269748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Georgia"/>
              </a:rPr>
              <a:t>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514600"/>
            <a:ext cx="26974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0" i="0">
                <a:solidFill>
                  <a:srgbClr val="B8D4C7"/>
                </a:solidFill>
                <a:latin typeface="Calibri"/>
              </a:rPr>
              <a:t>casos de uso documentados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3063240"/>
            <a:ext cx="2697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91840" y="3063240"/>
            <a:ext cx="73152" cy="1143000"/>
          </a:xfrm>
          <a:prstGeom prst="rect">
            <a:avLst/>
          </a:prstGeom>
          <a:solidFill>
            <a:srgbClr val="8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74720" y="3154680"/>
            <a:ext cx="242316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Cada uno con especificación, diagrama, caso de uso extendido y diagrama de secuencia.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1645920"/>
            <a:ext cx="2697480" cy="1325880"/>
          </a:xfrm>
          <a:prstGeom prst="rect">
            <a:avLst/>
          </a:prstGeom>
          <a:solidFill>
            <a:srgbClr val="8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26480" y="1691640"/>
            <a:ext cx="269748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Georgia"/>
              </a:rPr>
              <a:t>47 / 47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2514600"/>
            <a:ext cx="26974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0" i="0">
                <a:solidFill>
                  <a:srgbClr val="B8D4C7"/>
                </a:solidFill>
                <a:latin typeface="Calibri"/>
              </a:rPr>
              <a:t>tareas del sprint en estado Listo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3063240"/>
            <a:ext cx="2697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26480" y="3063240"/>
            <a:ext cx="73152" cy="1143000"/>
          </a:xfrm>
          <a:prstGeom prst="rect">
            <a:avLst/>
          </a:prstGeom>
          <a:solidFill>
            <a:srgbClr val="8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09360" y="3154680"/>
            <a:ext cx="2423160" cy="4247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127 HH </a:t>
            </a:r>
            <a:r>
              <a:rPr sz="1200" b="0" i="0" err="1">
                <a:solidFill>
                  <a:srgbClr val="1F2937"/>
                </a:solidFill>
                <a:latin typeface="Calibri"/>
              </a:rPr>
              <a:t>efectivas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 </a:t>
            </a:r>
            <a:r>
              <a:rPr sz="1200" b="0" i="0" err="1">
                <a:solidFill>
                  <a:srgbClr val="1F2937"/>
                </a:solidFill>
                <a:latin typeface="Calibri"/>
              </a:rPr>
              <a:t>frente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 a 110,5 HH </a:t>
            </a:r>
            <a:r>
              <a:rPr sz="1200" b="0" i="0" err="1">
                <a:solidFill>
                  <a:srgbClr val="1F2937"/>
                </a:solidFill>
                <a:latin typeface="Calibri"/>
              </a:rPr>
              <a:t>estimadas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 </a:t>
            </a:r>
            <a:r>
              <a:rPr lang="en-US" sz="1200">
                <a:solidFill>
                  <a:srgbClr val="1F2937"/>
                </a:solidFill>
                <a:latin typeface="Calibri"/>
              </a:rPr>
              <a:t>+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14,9 </a:t>
            </a:r>
            <a:r>
              <a:rPr lang="en-US" sz="1200">
                <a:solidFill>
                  <a:srgbClr val="1F2937"/>
                </a:solidFill>
                <a:latin typeface="Calibri"/>
              </a:rPr>
              <a:t>%.</a:t>
            </a:r>
            <a:endParaRPr sz="1200" b="0" i="0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961120" y="1645920"/>
            <a:ext cx="2697480" cy="1325880"/>
          </a:xfrm>
          <a:prstGeom prst="rect">
            <a:avLst/>
          </a:prstGeom>
          <a:solidFill>
            <a:srgbClr val="8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961120" y="1691640"/>
            <a:ext cx="269748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Georgia"/>
              </a:rPr>
              <a:t>18 / 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2514600"/>
            <a:ext cx="26974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0" i="0">
                <a:solidFill>
                  <a:srgbClr val="B8D4C7"/>
                </a:solidFill>
                <a:latin typeface="Calibri"/>
              </a:rPr>
              <a:t>requerimientos con evidencia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61120" y="3063240"/>
            <a:ext cx="2697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961120" y="3063240"/>
            <a:ext cx="73152" cy="1143000"/>
          </a:xfrm>
          <a:prstGeom prst="rect">
            <a:avLst/>
          </a:prstGeom>
          <a:solidFill>
            <a:srgbClr val="8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0" y="3154680"/>
            <a:ext cx="242316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Pendientes: UR-56, UR-58, UR-65 y UR-71.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434840"/>
            <a:ext cx="11247120" cy="17830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57200" y="4434840"/>
            <a:ext cx="109728" cy="1783080"/>
          </a:xfrm>
          <a:prstGeom prst="rect">
            <a:avLst/>
          </a:prstGeom>
          <a:solidFill>
            <a:srgbClr val="8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7240" y="4526280"/>
            <a:ext cx="54864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C2A063"/>
                </a:solidFill>
                <a:latin typeface="Calibri"/>
              </a:rPr>
              <a:t>MÓDULOS ENTREGADOS Y PRÓXIMOS PASOS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4846320"/>
            <a:ext cx="10698480" cy="13258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Se cierran facturas, archivos y ajuste de inventario, y se incorporan los módulos de reportes y de gestión de venta.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Queda pendiente completar la evidencia de cuatro requerimientos y definir los casos de prueba de UR-36, UR-68 y UR-72.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Plan de acción: registrar cada Daily Scrum el mismo día, revisar la coherencia de los diagramas con el código y ajustar las estimaciones de modelo y pruebas.</a:t>
            </a:r>
          </a:p>
        </p:txBody>
      </p:sp>
    </p:spTree>
    <p:extLst>
      <p:ext uri="{BB962C8B-B14F-4D97-AF65-F5344CB8AC3E}">
        <p14:creationId xmlns:p14="http://schemas.microsoft.com/office/powerpoint/2010/main" val="24977496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4AEC15-8413-226A-EFFF-83FFFDDAC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E06371AD-6C74-7634-D8B0-9732A365DE6A}"/>
              </a:ext>
            </a:extLst>
          </p:cNvPr>
          <p:cNvCxnSpPr/>
          <p:nvPr/>
        </p:nvCxnSpPr>
        <p:spPr>
          <a:xfrm flipV="1">
            <a:off x="573784" y="3387591"/>
            <a:ext cx="11234862" cy="108856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5885572A-61FB-7DD1-6E59-8E7416468C4B}"/>
              </a:ext>
            </a:extLst>
          </p:cNvPr>
          <p:cNvCxnSpPr/>
          <p:nvPr/>
        </p:nvCxnSpPr>
        <p:spPr>
          <a:xfrm flipH="1">
            <a:off x="2267725" y="2035849"/>
            <a:ext cx="1" cy="127315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9112C16-82CD-CA24-BA5D-4D2CB9C799E9}"/>
              </a:ext>
            </a:extLst>
          </p:cNvPr>
          <p:cNvSpPr txBox="1"/>
          <p:nvPr/>
        </p:nvSpPr>
        <p:spPr>
          <a:xfrm>
            <a:off x="2463636" y="2324981"/>
            <a:ext cx="9603309" cy="13542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L" sz="3200" b="1">
                <a:solidFill>
                  <a:schemeClr val="bg1"/>
                </a:solidFill>
                <a:latin typeface="Georgia"/>
                <a:ea typeface="Gungsuh"/>
                <a:cs typeface="Gungsuh" charset="-127"/>
              </a:rPr>
              <a:t>Sistema de Gestión de Inventario y Facturas</a:t>
            </a:r>
            <a:endParaRPr lang="es-CL" sz="3200">
              <a:solidFill>
                <a:schemeClr val="bg1"/>
              </a:solidFill>
              <a:latin typeface="Georgia"/>
              <a:ea typeface="Gungsuh"/>
              <a:cs typeface="Gungsuh" charset="-127"/>
            </a:endParaRPr>
          </a:p>
          <a:p>
            <a:endParaRPr lang="es-CL" sz="5000" b="1">
              <a:solidFill>
                <a:schemeClr val="bg1"/>
              </a:solidFill>
              <a:latin typeface="Georgia"/>
              <a:ea typeface="Gungsuh" charset="-127"/>
              <a:cs typeface="Gungsuh" charset="-127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41B80C19-E594-ADFF-F377-16103AA3CC5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505" b="24764"/>
          <a:stretch/>
        </p:blipFill>
        <p:spPr>
          <a:xfrm>
            <a:off x="2" y="1"/>
            <a:ext cx="12192404" cy="1435697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52060130-367C-7405-EFD8-FE079C4B0A8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46510" r="153" b="5990"/>
          <a:stretch/>
        </p:blipFill>
        <p:spPr>
          <a:xfrm>
            <a:off x="-44674" y="5273541"/>
            <a:ext cx="12277901" cy="1625281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CD2C5E1D-F8EC-03B2-68B5-E71E55F3BE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993" y="2035850"/>
            <a:ext cx="1279083" cy="1189591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1E221890-3682-73FC-40A3-06142215DDB3}"/>
              </a:ext>
            </a:extLst>
          </p:cNvPr>
          <p:cNvSpPr txBox="1"/>
          <p:nvPr/>
        </p:nvSpPr>
        <p:spPr>
          <a:xfrm>
            <a:off x="1870842" y="1818290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_tradnl" sz="1800"/>
          </a:p>
        </p:txBody>
      </p:sp>
      <p:sp>
        <p:nvSpPr>
          <p:cNvPr id="26" name="Google Shape;26;p1">
            <a:extLst>
              <a:ext uri="{FF2B5EF4-FFF2-40B4-BE49-F238E27FC236}">
                <a16:creationId xmlns:a16="http://schemas.microsoft.com/office/drawing/2014/main" id="{565AADFC-37D5-BC3A-16DB-1631ABA62E3C}"/>
              </a:ext>
            </a:extLst>
          </p:cNvPr>
          <p:cNvSpPr/>
          <p:nvPr/>
        </p:nvSpPr>
        <p:spPr>
          <a:xfrm>
            <a:off x="1876697" y="5363391"/>
            <a:ext cx="3423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100"/>
              <a:buFont typeface="Calibri"/>
              <a:buNone/>
            </a:pPr>
            <a:r>
              <a:rPr lang="es-CL" sz="1100" b="1" i="0" u="none" strike="noStrike" cap="none" noProof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INTEGRANTES</a:t>
            </a:r>
            <a:endParaRPr lang="es-CL" sz="1100" b="0" i="0" u="none" strike="noStrike" cap="none" noProof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1">
            <a:extLst>
              <a:ext uri="{FF2B5EF4-FFF2-40B4-BE49-F238E27FC236}">
                <a16:creationId xmlns:a16="http://schemas.microsoft.com/office/drawing/2014/main" id="{9FEADA01-FC4B-9089-3A97-BBEF65652D27}"/>
              </a:ext>
            </a:extLst>
          </p:cNvPr>
          <p:cNvSpPr/>
          <p:nvPr/>
        </p:nvSpPr>
        <p:spPr>
          <a:xfrm>
            <a:off x="1822626" y="5500380"/>
            <a:ext cx="3323500" cy="136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FFFFFF"/>
              </a:buClr>
              <a:buSzPts val="1300"/>
            </a:pPr>
            <a:r>
              <a:rPr lang="es-CL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s-CL" sz="13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Matías Ale Guajardo</a:t>
            </a:r>
            <a:r>
              <a:rPr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 </a:t>
            </a:r>
            <a:r>
              <a:rPr lang="es-CL" sz="130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-Nicolas Isaac López Tapia</a:t>
            </a:r>
            <a:endParaRPr lang="es-CL" sz="1300" b="0" i="0" u="none" strike="noStrike" cap="none" noProof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400"/>
              </a:spcBef>
              <a:buClr>
                <a:srgbClr val="FFFFFF"/>
              </a:buClr>
              <a:buSzPts val="1300"/>
            </a:pPr>
            <a:r>
              <a:rPr lang="es-CL" sz="130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s-CL" sz="1300" b="0" i="0" u="none" strike="noStrike" cap="none" noProof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Fabián Gómez Díaz</a:t>
            </a:r>
            <a:r>
              <a:rPr lang="es-CL" sz="130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   -Cristóbal Osorio</a:t>
            </a:r>
            <a:endParaRPr lang="es-CL" sz="1300" b="0" i="0" u="none" strike="noStrike" cap="none" noProof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400"/>
              </a:spcBef>
              <a:buClr>
                <a:srgbClr val="FFFFFF"/>
              </a:buClr>
              <a:buSzPts val="1300"/>
            </a:pPr>
            <a:r>
              <a:rPr lang="es-CL" sz="130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s-CL" sz="1300" b="0" i="0" u="none" strike="noStrike" cap="none" noProof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Erick Hernández</a:t>
            </a:r>
            <a:r>
              <a:rPr lang="es-CL" sz="130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        -Felipe Salas Ortiz </a:t>
            </a:r>
            <a:endParaRPr lang="es-CL" sz="1300" noProof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s-CL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s-CL" sz="1300" noProof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Diego Lobos</a:t>
            </a:r>
            <a:endParaRPr lang="es-CL" sz="1300" noProof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1">
            <a:extLst>
              <a:ext uri="{FF2B5EF4-FFF2-40B4-BE49-F238E27FC236}">
                <a16:creationId xmlns:a16="http://schemas.microsoft.com/office/drawing/2014/main" id="{1629DCA2-9AB4-7A3C-D8F8-8F2880F6A649}"/>
              </a:ext>
            </a:extLst>
          </p:cNvPr>
          <p:cNvSpPr/>
          <p:nvPr/>
        </p:nvSpPr>
        <p:spPr>
          <a:xfrm>
            <a:off x="8411391" y="5503273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s-CL" sz="11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Profesor:  Paulo </a:t>
            </a:r>
            <a:r>
              <a:rPr lang="es-CL" sz="1100" b="0" i="0" u="none" strike="noStrike" cap="none" noProof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Quinsacara</a:t>
            </a:r>
            <a:r>
              <a:rPr lang="es-CL" sz="11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Jofré</a:t>
            </a:r>
            <a:endParaRPr lang="es-CL" sz="11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>
            <a:extLst>
              <a:ext uri="{FF2B5EF4-FFF2-40B4-BE49-F238E27FC236}">
                <a16:creationId xmlns:a16="http://schemas.microsoft.com/office/drawing/2014/main" id="{529BC300-D0F2-CA67-688C-0330BDD370CD}"/>
              </a:ext>
            </a:extLst>
          </p:cNvPr>
          <p:cNvSpPr/>
          <p:nvPr/>
        </p:nvSpPr>
        <p:spPr>
          <a:xfrm>
            <a:off x="8411391" y="57556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s-CL" sz="11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Asignatura:  Ingeniería de Software II</a:t>
            </a:r>
            <a:endParaRPr lang="es-CL" sz="11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>
            <a:extLst>
              <a:ext uri="{FF2B5EF4-FFF2-40B4-BE49-F238E27FC236}">
                <a16:creationId xmlns:a16="http://schemas.microsoft.com/office/drawing/2014/main" id="{1E2552DA-5834-74B4-1581-F92CCC76131F}"/>
              </a:ext>
            </a:extLst>
          </p:cNvPr>
          <p:cNvSpPr/>
          <p:nvPr/>
        </p:nvSpPr>
        <p:spPr>
          <a:xfrm>
            <a:off x="8411573" y="6082756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FFFFFF"/>
              </a:buClr>
              <a:buSzPts val="1100"/>
            </a:pPr>
            <a:r>
              <a:rPr lang="es-CL" sz="11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Fecha de entrega:  </a:t>
            </a:r>
            <a:r>
              <a:rPr lang="es-CL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5 </a:t>
            </a:r>
            <a:r>
              <a:rPr lang="es-CL" sz="11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octubre de 2026</a:t>
            </a:r>
            <a:endParaRPr lang="es-CL" sz="11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>
            <a:extLst>
              <a:ext uri="{FF2B5EF4-FFF2-40B4-BE49-F238E27FC236}">
                <a16:creationId xmlns:a16="http://schemas.microsoft.com/office/drawing/2014/main" id="{F79576D1-D0B9-71A1-236C-0A6926F7BC86}"/>
              </a:ext>
            </a:extLst>
          </p:cNvPr>
          <p:cNvSpPr/>
          <p:nvPr/>
        </p:nvSpPr>
        <p:spPr>
          <a:xfrm>
            <a:off x="10487297" y="64414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D4C7"/>
              </a:buClr>
              <a:buSzPts val="1000"/>
              <a:buFont typeface="Calibri"/>
              <a:buNone/>
            </a:pPr>
            <a:r>
              <a:rPr lang="es-CL" sz="1000" b="0" i="1" u="none" strike="noStrike" cap="none" noProof="0">
                <a:solidFill>
                  <a:srgbClr val="B8D4C7"/>
                </a:solidFill>
                <a:latin typeface="Calibri"/>
                <a:ea typeface="Calibri"/>
                <a:cs typeface="Calibri"/>
                <a:sym typeface="Calibri"/>
              </a:rPr>
              <a:t>Santiago, Chile   •   2026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3C0263-08A1-984B-E83B-4B46B35D77CA}"/>
              </a:ext>
            </a:extLst>
          </p:cNvPr>
          <p:cNvSpPr txBox="1"/>
          <p:nvPr/>
        </p:nvSpPr>
        <p:spPr>
          <a:xfrm>
            <a:off x="228056" y="273837"/>
            <a:ext cx="5181600" cy="5693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00" b="0" i="1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Facultad</a:t>
            </a:r>
            <a:r>
              <a:rPr lang="en-US" sz="1300" b="0" i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de Ingeniería • Ingeniería de Software II</a:t>
            </a:r>
            <a:r>
              <a:rPr lang="en-US" sz="1300" i="1">
                <a:solidFill>
                  <a:srgbClr val="B8D4C7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s-CL" sz="1300" b="1" i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• </a:t>
            </a:r>
            <a:r>
              <a:rPr lang="es-CL" sz="1300" i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INCREMENTO 3</a:t>
            </a:r>
            <a:r>
              <a:rPr lang="es-CL" sz="1300" b="1" i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 </a:t>
            </a:r>
            <a:endParaRPr lang="en-US" sz="1300" i="1">
              <a:solidFill>
                <a:schemeClr val="bg1"/>
              </a:solidFill>
              <a:ea typeface="Calibri"/>
              <a:cs typeface="Calibri"/>
            </a:endParaRPr>
          </a:p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9864975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3E636E5ADFFDD4593589394D25615CE" ma:contentTypeVersion="11" ma:contentTypeDescription="Crear nuevo documento." ma:contentTypeScope="" ma:versionID="c9d6f11e93cbbae055e64b4141ef6ad7">
  <xsd:schema xmlns:xsd="http://www.w3.org/2001/XMLSchema" xmlns:xs="http://www.w3.org/2001/XMLSchema" xmlns:p="http://schemas.microsoft.com/office/2006/metadata/properties" xmlns:ns2="adf9ee4f-d874-4566-a6bd-f47c69edf255" targetNamespace="http://schemas.microsoft.com/office/2006/metadata/properties" ma:root="true" ma:fieldsID="8452246f49e401657b72a401ee0d06fa" ns2:_="">
    <xsd:import namespace="adf9ee4f-d874-4566-a6bd-f47c69edf25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f9ee4f-d874-4566-a6bd-f47c69edf2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F723C2D-0E6B-4CC9-9837-98C32BD8AB0C}">
  <ds:schemaRefs>
    <ds:schemaRef ds:uri="adf9ee4f-d874-4566-a6bd-f47c69edf25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374F943-B1C6-4327-A0CA-911E75BEC1A0}">
  <ds:schemaRefs>
    <ds:schemaRef ds:uri="adf9ee4f-d874-4566-a6bd-f47c69edf25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9838043-3F32-429D-9CE1-832CB673F6A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24</Slides>
  <Notes>19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Microsoft Office</dc:creator>
  <cp:revision>1</cp:revision>
  <dcterms:created xsi:type="dcterms:W3CDTF">2018-06-26T20:44:09Z</dcterms:created>
  <dcterms:modified xsi:type="dcterms:W3CDTF">2026-10-04T20:29:51Z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0x01010023E636E5ADFFDD4593589394D25615CE</vt:lpwstr>
  </property>
</Properties>
</file>